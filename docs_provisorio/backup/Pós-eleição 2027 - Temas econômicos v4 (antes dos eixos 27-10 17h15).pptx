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40"/>
  </p:notesMasterIdLst>
  <p:sldIdLst>
    <p:sldId id="375" r:id="rId2"/>
    <p:sldId id="376" r:id="rId3"/>
    <p:sldId id="377" r:id="rId4"/>
    <p:sldId id="417" r:id="rId5"/>
    <p:sldId id="418" r:id="rId6"/>
    <p:sldId id="419" r:id="rId7"/>
    <p:sldId id="420" r:id="rId8"/>
    <p:sldId id="421" r:id="rId9"/>
    <p:sldId id="383" r:id="rId10"/>
    <p:sldId id="422" r:id="rId11"/>
    <p:sldId id="423" r:id="rId12"/>
    <p:sldId id="424" r:id="rId13"/>
    <p:sldId id="425" r:id="rId14"/>
    <p:sldId id="426" r:id="rId15"/>
    <p:sldId id="389" r:id="rId16"/>
    <p:sldId id="427" r:id="rId17"/>
    <p:sldId id="428" r:id="rId18"/>
    <p:sldId id="429" r:id="rId19"/>
    <p:sldId id="430" r:id="rId20"/>
    <p:sldId id="431" r:id="rId21"/>
    <p:sldId id="432" r:id="rId22"/>
    <p:sldId id="396" r:id="rId23"/>
    <p:sldId id="433" r:id="rId24"/>
    <p:sldId id="434" r:id="rId25"/>
    <p:sldId id="399" r:id="rId26"/>
    <p:sldId id="435" r:id="rId27"/>
    <p:sldId id="436" r:id="rId28"/>
    <p:sldId id="437" r:id="rId29"/>
    <p:sldId id="438" r:id="rId30"/>
    <p:sldId id="439" r:id="rId31"/>
    <p:sldId id="440" r:id="rId32"/>
    <p:sldId id="441" r:id="rId33"/>
    <p:sldId id="416" r:id="rId34"/>
    <p:sldId id="409" r:id="rId35"/>
    <p:sldId id="442" r:id="rId36"/>
    <p:sldId id="443" r:id="rId37"/>
    <p:sldId id="412" r:id="rId38"/>
    <p:sldId id="413" r:id="rId39"/>
  </p:sldIdLst>
  <p:sldSz cx="9144000" cy="5143500" type="screen16x9"/>
  <p:notesSz cx="6858000" cy="9144000"/>
  <p:embeddedFontLst>
    <p:embeddedFont>
      <p:font typeface="Montserrat" pitchFamily="2" charset="0"/>
      <p:regular r:id="rId41"/>
      <p:bold r:id="rId42"/>
    </p:embeddedFont>
    <p:embeddedFont>
      <p:font typeface="Montserrat ExtraBold" pitchFamily="2" charset="0"/>
      <p:bold r:id="rId43"/>
    </p:embeddedFont>
    <p:embeddedFont>
      <p:font typeface="Montserrat Medium" pitchFamily="2" charset="0"/>
      <p:regular r:id="rId44"/>
    </p:embeddedFont>
    <p:embeddedFont>
      <p:font typeface="Montserrat SemiBold" pitchFamily="2" charset="0"/>
      <p:bold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256">
          <p15:clr>
            <a:srgbClr val="747775"/>
          </p15:clr>
        </p15:guide>
        <p15:guide id="2" pos="5474">
          <p15:clr>
            <a:srgbClr val="747775"/>
          </p15:clr>
        </p15:guide>
        <p15:guide id="3" pos="2000">
          <p15:clr>
            <a:srgbClr val="747775"/>
          </p15:clr>
        </p15:guide>
        <p15:guide id="4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faell Gaspar Dutra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CA"/>
    <a:srgbClr val="7E9AE5"/>
    <a:srgbClr val="B9BEC8"/>
    <a:srgbClr val="E6F0FF"/>
    <a:srgbClr val="0077FC"/>
    <a:srgbClr val="BDD6FE"/>
    <a:srgbClr val="90BDFF"/>
    <a:srgbClr val="023098"/>
    <a:srgbClr val="333ED1"/>
    <a:srgbClr val="3E50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181578-EA3B-40E2-86F1-A86F07E80733}">
  <a:tblStyle styleId="{F2181578-EA3B-40E2-86F1-A86F07E8073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0FF"/>
          </a:solidFill>
        </a:fill>
      </a:tcStyle>
    </a:wholeTbl>
    <a:band1H>
      <a:tcTxStyle/>
      <a:tcStyle>
        <a:tcBdr/>
        <a:fill>
          <a:solidFill>
            <a:srgbClr val="CAE0F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0F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282" y="120"/>
      </p:cViewPr>
      <p:guideLst>
        <p:guide pos="2256"/>
        <p:guide pos="5474"/>
        <p:guide pos="200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font" Target="fonts/font1.fntdata"/><Relationship Id="rId42" Type="http://schemas.openxmlformats.org/officeDocument/2006/relationships/font" Target="fonts/font2.fntdata"/><Relationship Id="rId43" Type="http://schemas.openxmlformats.org/officeDocument/2006/relationships/font" Target="fonts/font3.fntdata"/><Relationship Id="rId44" Type="http://schemas.openxmlformats.org/officeDocument/2006/relationships/font" Target="fonts/font4.fntdata"/><Relationship Id="rId45" Type="http://schemas.openxmlformats.org/officeDocument/2006/relationships/font" Target="fonts/font5.fntdata"/><Relationship Id="rId46" Type="http://schemas.openxmlformats.org/officeDocument/2006/relationships/commentAuthors" Target="commentAuthors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9BEC8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3.5</c:v>
                </c:pt>
                <c:pt idx="1">
                  <c:v>2.2999999999999998</c:v>
                </c:pt>
                <c:pt idx="2">
                  <c:v>1.2</c:v>
                </c:pt>
                <c:pt idx="3">
                  <c:v>5</c:v>
                </c:pt>
                <c:pt idx="4">
                  <c:v>2.5</c:v>
                </c:pt>
                <c:pt idx="5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B-4F43-BFE9-1AF30911DDF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2026*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3.1</c:v>
                </c:pt>
                <c:pt idx="1">
                  <c:v>2.2999999999999998</c:v>
                </c:pt>
                <c:pt idx="2">
                  <c:v>1.1000000000000001</c:v>
                </c:pt>
                <c:pt idx="3">
                  <c:v>4.5</c:v>
                </c:pt>
                <c:pt idx="4">
                  <c:v>2.2999999999999998</c:v>
                </c:pt>
                <c:pt idx="5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9B-4F43-BFE9-1AF30911DDF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2027*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Mundo</c:v>
                </c:pt>
                <c:pt idx="1">
                  <c:v>EUA</c:v>
                </c:pt>
                <c:pt idx="2">
                  <c:v>Área do euro</c:v>
                </c:pt>
                <c:pt idx="3">
                  <c:v>China</c:v>
                </c:pt>
                <c:pt idx="4">
                  <c:v>América Latina</c:v>
                </c:pt>
                <c:pt idx="5">
                  <c:v>Brasil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3.4</c:v>
                </c:pt>
                <c:pt idx="1">
                  <c:v>2.2999999999999998</c:v>
                </c:pt>
                <c:pt idx="2">
                  <c:v>1.2</c:v>
                </c:pt>
                <c:pt idx="3">
                  <c:v>4</c:v>
                </c:pt>
                <c:pt idx="4">
                  <c:v>2.5</c:v>
                </c:pt>
                <c:pt idx="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09B-4F43-BFE9-1AF30911DD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6821295233061146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 histórica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Sheet1!$B$2:$B$322</c:f>
              <c:numCache>
                <c:formatCode>#,##0</c:formatCode>
                <c:ptCount val="32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  <c:pt idx="78">
                  <c:v>100</c:v>
                </c:pt>
                <c:pt idx="79">
                  <c:v>100</c:v>
                </c:pt>
                <c:pt idx="80">
                  <c:v>100</c:v>
                </c:pt>
                <c:pt idx="81">
                  <c:v>100</c:v>
                </c:pt>
                <c:pt idx="82">
                  <c:v>100</c:v>
                </c:pt>
                <c:pt idx="83">
                  <c:v>100</c:v>
                </c:pt>
                <c:pt idx="84">
                  <c:v>100</c:v>
                </c:pt>
                <c:pt idx="85">
                  <c:v>100</c:v>
                </c:pt>
                <c:pt idx="86">
                  <c:v>100</c:v>
                </c:pt>
                <c:pt idx="87">
                  <c:v>100</c:v>
                </c:pt>
                <c:pt idx="88">
                  <c:v>100</c:v>
                </c:pt>
                <c:pt idx="89">
                  <c:v>100</c:v>
                </c:pt>
                <c:pt idx="90">
                  <c:v>100</c:v>
                </c:pt>
                <c:pt idx="91">
                  <c:v>100</c:v>
                </c:pt>
                <c:pt idx="92">
                  <c:v>100</c:v>
                </c:pt>
                <c:pt idx="93">
                  <c:v>100</c:v>
                </c:pt>
                <c:pt idx="94">
                  <c:v>100</c:v>
                </c:pt>
                <c:pt idx="95">
                  <c:v>100</c:v>
                </c:pt>
                <c:pt idx="96">
                  <c:v>100</c:v>
                </c:pt>
                <c:pt idx="97">
                  <c:v>100</c:v>
                </c:pt>
                <c:pt idx="98">
                  <c:v>100</c:v>
                </c:pt>
                <c:pt idx="99">
                  <c:v>100</c:v>
                </c:pt>
                <c:pt idx="100">
                  <c:v>100</c:v>
                </c:pt>
                <c:pt idx="101">
                  <c:v>100</c:v>
                </c:pt>
                <c:pt idx="102">
                  <c:v>100</c:v>
                </c:pt>
                <c:pt idx="103">
                  <c:v>100</c:v>
                </c:pt>
                <c:pt idx="104">
                  <c:v>100</c:v>
                </c:pt>
                <c:pt idx="105">
                  <c:v>100</c:v>
                </c:pt>
                <c:pt idx="106">
                  <c:v>100</c:v>
                </c:pt>
                <c:pt idx="107">
                  <c:v>100</c:v>
                </c:pt>
                <c:pt idx="108">
                  <c:v>100</c:v>
                </c:pt>
                <c:pt idx="109">
                  <c:v>100</c:v>
                </c:pt>
                <c:pt idx="110">
                  <c:v>100</c:v>
                </c:pt>
                <c:pt idx="111">
                  <c:v>100</c:v>
                </c:pt>
                <c:pt idx="112">
                  <c:v>100</c:v>
                </c:pt>
                <c:pt idx="113">
                  <c:v>100</c:v>
                </c:pt>
                <c:pt idx="114">
                  <c:v>100</c:v>
                </c:pt>
                <c:pt idx="115">
                  <c:v>100</c:v>
                </c:pt>
                <c:pt idx="116">
                  <c:v>100</c:v>
                </c:pt>
                <c:pt idx="117">
                  <c:v>100</c:v>
                </c:pt>
                <c:pt idx="118">
                  <c:v>100</c:v>
                </c:pt>
                <c:pt idx="119">
                  <c:v>100</c:v>
                </c:pt>
                <c:pt idx="120">
                  <c:v>100</c:v>
                </c:pt>
                <c:pt idx="121">
                  <c:v>100</c:v>
                </c:pt>
                <c:pt idx="122">
                  <c:v>100</c:v>
                </c:pt>
                <c:pt idx="123">
                  <c:v>100</c:v>
                </c:pt>
                <c:pt idx="124">
                  <c:v>100</c:v>
                </c:pt>
                <c:pt idx="125">
                  <c:v>100</c:v>
                </c:pt>
                <c:pt idx="126">
                  <c:v>100</c:v>
                </c:pt>
                <c:pt idx="127">
                  <c:v>100</c:v>
                </c:pt>
                <c:pt idx="128">
                  <c:v>100</c:v>
                </c:pt>
                <c:pt idx="129">
                  <c:v>100</c:v>
                </c:pt>
                <c:pt idx="130">
                  <c:v>100</c:v>
                </c:pt>
                <c:pt idx="131">
                  <c:v>100</c:v>
                </c:pt>
                <c:pt idx="132">
                  <c:v>100</c:v>
                </c:pt>
                <c:pt idx="133">
                  <c:v>100</c:v>
                </c:pt>
                <c:pt idx="134">
                  <c:v>100</c:v>
                </c:pt>
                <c:pt idx="135">
                  <c:v>100</c:v>
                </c:pt>
                <c:pt idx="136">
                  <c:v>100</c:v>
                </c:pt>
                <c:pt idx="137">
                  <c:v>100</c:v>
                </c:pt>
                <c:pt idx="138">
                  <c:v>100</c:v>
                </c:pt>
                <c:pt idx="139">
                  <c:v>100</c:v>
                </c:pt>
                <c:pt idx="140">
                  <c:v>100</c:v>
                </c:pt>
                <c:pt idx="141">
                  <c:v>100</c:v>
                </c:pt>
                <c:pt idx="142">
                  <c:v>100</c:v>
                </c:pt>
                <c:pt idx="143">
                  <c:v>100</c:v>
                </c:pt>
                <c:pt idx="144">
                  <c:v>100</c:v>
                </c:pt>
                <c:pt idx="145">
                  <c:v>100</c:v>
                </c:pt>
                <c:pt idx="146">
                  <c:v>100</c:v>
                </c:pt>
                <c:pt idx="147">
                  <c:v>100</c:v>
                </c:pt>
                <c:pt idx="148">
                  <c:v>100</c:v>
                </c:pt>
                <c:pt idx="149">
                  <c:v>100</c:v>
                </c:pt>
                <c:pt idx="150">
                  <c:v>100</c:v>
                </c:pt>
                <c:pt idx="151">
                  <c:v>100</c:v>
                </c:pt>
                <c:pt idx="152">
                  <c:v>100</c:v>
                </c:pt>
                <c:pt idx="153">
                  <c:v>100</c:v>
                </c:pt>
                <c:pt idx="154">
                  <c:v>100</c:v>
                </c:pt>
                <c:pt idx="155">
                  <c:v>100</c:v>
                </c:pt>
                <c:pt idx="156">
                  <c:v>100</c:v>
                </c:pt>
                <c:pt idx="157">
                  <c:v>100</c:v>
                </c:pt>
                <c:pt idx="158">
                  <c:v>100</c:v>
                </c:pt>
                <c:pt idx="159">
                  <c:v>100</c:v>
                </c:pt>
                <c:pt idx="160">
                  <c:v>100</c:v>
                </c:pt>
                <c:pt idx="161">
                  <c:v>100</c:v>
                </c:pt>
                <c:pt idx="162">
                  <c:v>100</c:v>
                </c:pt>
                <c:pt idx="163">
                  <c:v>100</c:v>
                </c:pt>
                <c:pt idx="164">
                  <c:v>100</c:v>
                </c:pt>
                <c:pt idx="165">
                  <c:v>100</c:v>
                </c:pt>
                <c:pt idx="166">
                  <c:v>100</c:v>
                </c:pt>
                <c:pt idx="167">
                  <c:v>100</c:v>
                </c:pt>
                <c:pt idx="168">
                  <c:v>100</c:v>
                </c:pt>
                <c:pt idx="169">
                  <c:v>100</c:v>
                </c:pt>
                <c:pt idx="170">
                  <c:v>100</c:v>
                </c:pt>
                <c:pt idx="171">
                  <c:v>100</c:v>
                </c:pt>
                <c:pt idx="172">
                  <c:v>100</c:v>
                </c:pt>
                <c:pt idx="173">
                  <c:v>100</c:v>
                </c:pt>
                <c:pt idx="174">
                  <c:v>100</c:v>
                </c:pt>
                <c:pt idx="175">
                  <c:v>100</c:v>
                </c:pt>
                <c:pt idx="176">
                  <c:v>100</c:v>
                </c:pt>
                <c:pt idx="177">
                  <c:v>100</c:v>
                </c:pt>
                <c:pt idx="178">
                  <c:v>100</c:v>
                </c:pt>
                <c:pt idx="179">
                  <c:v>100</c:v>
                </c:pt>
                <c:pt idx="180">
                  <c:v>100</c:v>
                </c:pt>
                <c:pt idx="181">
                  <c:v>100</c:v>
                </c:pt>
                <c:pt idx="182">
                  <c:v>100</c:v>
                </c:pt>
                <c:pt idx="183">
                  <c:v>100</c:v>
                </c:pt>
                <c:pt idx="184">
                  <c:v>100</c:v>
                </c:pt>
                <c:pt idx="185">
                  <c:v>100</c:v>
                </c:pt>
                <c:pt idx="186">
                  <c:v>100</c:v>
                </c:pt>
                <c:pt idx="187">
                  <c:v>100</c:v>
                </c:pt>
                <c:pt idx="188">
                  <c:v>100</c:v>
                </c:pt>
                <c:pt idx="189">
                  <c:v>100</c:v>
                </c:pt>
                <c:pt idx="190">
                  <c:v>100</c:v>
                </c:pt>
                <c:pt idx="191">
                  <c:v>100</c:v>
                </c:pt>
                <c:pt idx="192">
                  <c:v>100</c:v>
                </c:pt>
                <c:pt idx="193">
                  <c:v>100</c:v>
                </c:pt>
                <c:pt idx="194">
                  <c:v>100</c:v>
                </c:pt>
                <c:pt idx="195">
                  <c:v>100</c:v>
                </c:pt>
                <c:pt idx="196">
                  <c:v>100</c:v>
                </c:pt>
                <c:pt idx="197">
                  <c:v>100</c:v>
                </c:pt>
                <c:pt idx="198">
                  <c:v>100</c:v>
                </c:pt>
                <c:pt idx="199">
                  <c:v>100</c:v>
                </c:pt>
                <c:pt idx="200">
                  <c:v>100</c:v>
                </c:pt>
                <c:pt idx="201">
                  <c:v>100</c:v>
                </c:pt>
                <c:pt idx="202">
                  <c:v>100</c:v>
                </c:pt>
                <c:pt idx="203">
                  <c:v>100</c:v>
                </c:pt>
                <c:pt idx="204">
                  <c:v>100</c:v>
                </c:pt>
                <c:pt idx="205">
                  <c:v>100</c:v>
                </c:pt>
                <c:pt idx="206">
                  <c:v>100</c:v>
                </c:pt>
                <c:pt idx="207">
                  <c:v>100</c:v>
                </c:pt>
                <c:pt idx="208">
                  <c:v>100</c:v>
                </c:pt>
                <c:pt idx="209">
                  <c:v>100</c:v>
                </c:pt>
                <c:pt idx="210">
                  <c:v>100</c:v>
                </c:pt>
                <c:pt idx="211">
                  <c:v>100</c:v>
                </c:pt>
                <c:pt idx="212">
                  <c:v>100</c:v>
                </c:pt>
                <c:pt idx="213">
                  <c:v>100</c:v>
                </c:pt>
                <c:pt idx="214">
                  <c:v>100</c:v>
                </c:pt>
                <c:pt idx="215">
                  <c:v>100</c:v>
                </c:pt>
                <c:pt idx="216">
                  <c:v>100</c:v>
                </c:pt>
                <c:pt idx="217">
                  <c:v>100</c:v>
                </c:pt>
                <c:pt idx="218">
                  <c:v>100</c:v>
                </c:pt>
                <c:pt idx="219">
                  <c:v>100</c:v>
                </c:pt>
                <c:pt idx="220">
                  <c:v>100</c:v>
                </c:pt>
                <c:pt idx="221">
                  <c:v>100</c:v>
                </c:pt>
                <c:pt idx="222">
                  <c:v>100</c:v>
                </c:pt>
                <c:pt idx="223">
                  <c:v>100</c:v>
                </c:pt>
                <c:pt idx="224">
                  <c:v>100</c:v>
                </c:pt>
                <c:pt idx="225">
                  <c:v>100</c:v>
                </c:pt>
                <c:pt idx="226">
                  <c:v>100</c:v>
                </c:pt>
                <c:pt idx="227">
                  <c:v>100</c:v>
                </c:pt>
                <c:pt idx="228">
                  <c:v>100</c:v>
                </c:pt>
                <c:pt idx="229">
                  <c:v>100</c:v>
                </c:pt>
                <c:pt idx="230">
                  <c:v>100</c:v>
                </c:pt>
                <c:pt idx="231">
                  <c:v>100</c:v>
                </c:pt>
                <c:pt idx="232">
                  <c:v>100</c:v>
                </c:pt>
                <c:pt idx="233">
                  <c:v>100</c:v>
                </c:pt>
                <c:pt idx="234">
                  <c:v>100</c:v>
                </c:pt>
                <c:pt idx="235">
                  <c:v>100</c:v>
                </c:pt>
                <c:pt idx="236">
                  <c:v>100</c:v>
                </c:pt>
                <c:pt idx="237">
                  <c:v>100</c:v>
                </c:pt>
                <c:pt idx="238">
                  <c:v>100</c:v>
                </c:pt>
                <c:pt idx="239">
                  <c:v>100</c:v>
                </c:pt>
                <c:pt idx="240">
                  <c:v>100</c:v>
                </c:pt>
                <c:pt idx="241">
                  <c:v>100</c:v>
                </c:pt>
                <c:pt idx="242">
                  <c:v>100</c:v>
                </c:pt>
                <c:pt idx="243">
                  <c:v>100</c:v>
                </c:pt>
                <c:pt idx="244">
                  <c:v>100</c:v>
                </c:pt>
                <c:pt idx="245">
                  <c:v>100</c:v>
                </c:pt>
                <c:pt idx="246">
                  <c:v>100</c:v>
                </c:pt>
                <c:pt idx="247">
                  <c:v>100</c:v>
                </c:pt>
                <c:pt idx="248">
                  <c:v>100</c:v>
                </c:pt>
                <c:pt idx="249">
                  <c:v>100</c:v>
                </c:pt>
                <c:pt idx="250">
                  <c:v>100</c:v>
                </c:pt>
                <c:pt idx="251">
                  <c:v>100</c:v>
                </c:pt>
                <c:pt idx="252">
                  <c:v>100</c:v>
                </c:pt>
                <c:pt idx="253">
                  <c:v>100</c:v>
                </c:pt>
                <c:pt idx="254">
                  <c:v>100</c:v>
                </c:pt>
                <c:pt idx="255">
                  <c:v>100</c:v>
                </c:pt>
                <c:pt idx="256">
                  <c:v>100</c:v>
                </c:pt>
                <c:pt idx="257">
                  <c:v>100</c:v>
                </c:pt>
                <c:pt idx="258">
                  <c:v>100</c:v>
                </c:pt>
                <c:pt idx="259">
                  <c:v>100</c:v>
                </c:pt>
                <c:pt idx="260">
                  <c:v>100</c:v>
                </c:pt>
                <c:pt idx="261">
                  <c:v>100</c:v>
                </c:pt>
                <c:pt idx="262">
                  <c:v>100</c:v>
                </c:pt>
                <c:pt idx="263">
                  <c:v>100</c:v>
                </c:pt>
                <c:pt idx="264">
                  <c:v>100</c:v>
                </c:pt>
                <c:pt idx="265">
                  <c:v>100</c:v>
                </c:pt>
                <c:pt idx="266">
                  <c:v>100</c:v>
                </c:pt>
                <c:pt idx="267">
                  <c:v>100</c:v>
                </c:pt>
                <c:pt idx="268">
                  <c:v>100</c:v>
                </c:pt>
                <c:pt idx="269">
                  <c:v>100</c:v>
                </c:pt>
                <c:pt idx="270">
                  <c:v>100</c:v>
                </c:pt>
                <c:pt idx="271">
                  <c:v>100</c:v>
                </c:pt>
                <c:pt idx="272">
                  <c:v>100</c:v>
                </c:pt>
                <c:pt idx="273">
                  <c:v>100</c:v>
                </c:pt>
                <c:pt idx="274">
                  <c:v>100</c:v>
                </c:pt>
                <c:pt idx="275">
                  <c:v>100</c:v>
                </c:pt>
                <c:pt idx="276">
                  <c:v>100</c:v>
                </c:pt>
                <c:pt idx="277">
                  <c:v>100</c:v>
                </c:pt>
                <c:pt idx="278">
                  <c:v>100</c:v>
                </c:pt>
                <c:pt idx="279">
                  <c:v>100</c:v>
                </c:pt>
                <c:pt idx="280">
                  <c:v>100</c:v>
                </c:pt>
                <c:pt idx="281">
                  <c:v>100</c:v>
                </c:pt>
                <c:pt idx="282">
                  <c:v>100</c:v>
                </c:pt>
                <c:pt idx="283">
                  <c:v>100</c:v>
                </c:pt>
                <c:pt idx="284">
                  <c:v>100</c:v>
                </c:pt>
                <c:pt idx="285">
                  <c:v>100</c:v>
                </c:pt>
                <c:pt idx="286">
                  <c:v>100</c:v>
                </c:pt>
                <c:pt idx="287">
                  <c:v>100</c:v>
                </c:pt>
                <c:pt idx="288">
                  <c:v>100</c:v>
                </c:pt>
                <c:pt idx="289">
                  <c:v>100</c:v>
                </c:pt>
                <c:pt idx="290">
                  <c:v>100</c:v>
                </c:pt>
                <c:pt idx="291">
                  <c:v>100</c:v>
                </c:pt>
                <c:pt idx="292">
                  <c:v>100</c:v>
                </c:pt>
                <c:pt idx="293">
                  <c:v>100</c:v>
                </c:pt>
                <c:pt idx="294">
                  <c:v>100</c:v>
                </c:pt>
                <c:pt idx="295">
                  <c:v>100</c:v>
                </c:pt>
                <c:pt idx="296">
                  <c:v>100</c:v>
                </c:pt>
                <c:pt idx="297">
                  <c:v>100</c:v>
                </c:pt>
                <c:pt idx="298">
                  <c:v>100</c:v>
                </c:pt>
                <c:pt idx="299">
                  <c:v>100</c:v>
                </c:pt>
                <c:pt idx="300">
                  <c:v>100</c:v>
                </c:pt>
                <c:pt idx="301">
                  <c:v>100</c:v>
                </c:pt>
                <c:pt idx="302">
                  <c:v>100</c:v>
                </c:pt>
                <c:pt idx="303">
                  <c:v>100</c:v>
                </c:pt>
                <c:pt idx="304">
                  <c:v>100</c:v>
                </c:pt>
                <c:pt idx="305">
                  <c:v>100</c:v>
                </c:pt>
                <c:pt idx="306">
                  <c:v>100</c:v>
                </c:pt>
                <c:pt idx="307">
                  <c:v>100</c:v>
                </c:pt>
                <c:pt idx="308">
                  <c:v>100</c:v>
                </c:pt>
                <c:pt idx="309">
                  <c:v>100</c:v>
                </c:pt>
                <c:pt idx="310">
                  <c:v>100</c:v>
                </c:pt>
                <c:pt idx="311">
                  <c:v>100</c:v>
                </c:pt>
                <c:pt idx="312">
                  <c:v>100</c:v>
                </c:pt>
                <c:pt idx="313">
                  <c:v>100</c:v>
                </c:pt>
                <c:pt idx="314">
                  <c:v>100</c:v>
                </c:pt>
                <c:pt idx="315">
                  <c:v>100</c:v>
                </c:pt>
                <c:pt idx="316">
                  <c:v>100</c:v>
                </c:pt>
                <c:pt idx="317">
                  <c:v>100</c:v>
                </c:pt>
                <c:pt idx="318">
                  <c:v>100</c:v>
                </c:pt>
                <c:pt idx="319">
                  <c:v>100</c:v>
                </c:pt>
                <c:pt idx="32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5E-4359-97C4-EFE17C9D4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Risco geopolítico</c:v>
                </c:pt>
              </c:strCache>
            </c:strRef>
          </c:tx>
          <c:spPr>
            <a:ln w="22225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1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Ataques</a:t>
                    </a:r>
                    <a:r>
                      <a:rPr lang="en-US" sz="750" baseline="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11 de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Setembro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69256120527307"/>
                      <c:h val="8.970848880132766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A5E-4359-97C4-EFE17C9D44FD}"/>
                </c:ext>
              </c:extLst>
            </c:dLbl>
            <c:dLbl>
              <c:idx val="38"/>
              <c:tx>
                <c:rich>
                  <a:bodyPr/>
                  <a:lstStyle/>
                  <a:p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Invasão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ao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Iraque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5E-4359-97C4-EFE17C9D44FD}"/>
                </c:ext>
              </c:extLst>
            </c:dLbl>
            <c:dLbl>
              <c:idx val="266"/>
              <c:tx>
                <c:rich>
                  <a:bodyPr/>
                  <a:lstStyle/>
                  <a:p>
                    <a:r>
                      <a:rPr lang="en-US" sz="750" dirty="0">
                        <a:solidFill>
                          <a:srgbClr val="6B7280"/>
                        </a:solidFill>
                      </a:rPr>
                      <a:t>Guerra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Ucrânia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x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Rússia</a:t>
                    </a:r>
                    <a:endParaRPr lang="en-US" sz="750" dirty="0">
                      <a:solidFill>
                        <a:srgbClr val="6B7280"/>
                      </a:solidFill>
                    </a:endParaRP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5E-4359-97C4-EFE17C9D44FD}"/>
                </c:ext>
              </c:extLst>
            </c:dLbl>
            <c:dLbl>
              <c:idx val="314"/>
              <c:layout>
                <c:manualLayout>
                  <c:x val="-2.6232631937956909E-2"/>
                  <c:y val="-0.14146282470774893"/>
                </c:manualLayout>
              </c:layout>
              <c:tx>
                <c:rich>
                  <a:bodyPr wrap="square" lIns="38100" tIns="19050" rIns="38100" bIns="19050" anchor="ctr">
                    <a:noAutofit/>
                  </a:bodyPr>
                  <a:lstStyle/>
                  <a:p>
                    <a:pPr>
                      <a:defRPr/>
                    </a:pP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Conflito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</a:t>
                    </a:r>
                    <a:r>
                      <a:rPr lang="en-US" sz="750" dirty="0" err="1">
                        <a:solidFill>
                          <a:srgbClr val="6B7280"/>
                        </a:solidFill>
                      </a:rPr>
                      <a:t>Irã</a:t>
                    </a:r>
                    <a:r>
                      <a:rPr lang="en-US" sz="750" dirty="0">
                        <a:solidFill>
                          <a:srgbClr val="6B7280"/>
                        </a:solidFill>
                      </a:rPr>
                      <a:t> –Israel-EUA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8822975517890765E-2"/>
                      <c:h val="0.21972065196690924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8A5E-4359-97C4-EFE17C9D44FD}"/>
                </c:ext>
              </c:extLst>
            </c:dLbl>
            <c:dLbl>
              <c:idx val="3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5E-4359-97C4-EFE17C9D44F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Sheet1!$A$2:$A$322</c:f>
              <c:strCache>
                <c:ptCount val="321"/>
                <c:pt idx="0">
                  <c:v>jan/00</c:v>
                </c:pt>
                <c:pt idx="1">
                  <c:v>fev/00</c:v>
                </c:pt>
                <c:pt idx="2">
                  <c:v>mar/00</c:v>
                </c:pt>
                <c:pt idx="3">
                  <c:v>abr/00</c:v>
                </c:pt>
                <c:pt idx="4">
                  <c:v>mai/00</c:v>
                </c:pt>
                <c:pt idx="5">
                  <c:v>jun/00</c:v>
                </c:pt>
                <c:pt idx="6">
                  <c:v>jul/00</c:v>
                </c:pt>
                <c:pt idx="7">
                  <c:v>ago/00</c:v>
                </c:pt>
                <c:pt idx="8">
                  <c:v>set/00</c:v>
                </c:pt>
                <c:pt idx="9">
                  <c:v>out/00</c:v>
                </c:pt>
                <c:pt idx="10">
                  <c:v>nov/00</c:v>
                </c:pt>
                <c:pt idx="11">
                  <c:v>dez/00</c:v>
                </c:pt>
                <c:pt idx="12">
                  <c:v>jan/01</c:v>
                </c:pt>
                <c:pt idx="13">
                  <c:v>fev/01</c:v>
                </c:pt>
                <c:pt idx="14">
                  <c:v>mar/01</c:v>
                </c:pt>
                <c:pt idx="15">
                  <c:v>abr/01</c:v>
                </c:pt>
                <c:pt idx="16">
                  <c:v>mai/01</c:v>
                </c:pt>
                <c:pt idx="17">
                  <c:v>jun/01</c:v>
                </c:pt>
                <c:pt idx="18">
                  <c:v>jul/01</c:v>
                </c:pt>
                <c:pt idx="19">
                  <c:v>ago/01</c:v>
                </c:pt>
                <c:pt idx="20">
                  <c:v>set/01</c:v>
                </c:pt>
                <c:pt idx="21">
                  <c:v>out/01</c:v>
                </c:pt>
                <c:pt idx="22">
                  <c:v>nov/01</c:v>
                </c:pt>
                <c:pt idx="23">
                  <c:v>dez/01</c:v>
                </c:pt>
                <c:pt idx="24">
                  <c:v>jan/02</c:v>
                </c:pt>
                <c:pt idx="25">
                  <c:v>fev/02</c:v>
                </c:pt>
                <c:pt idx="26">
                  <c:v>mar/02</c:v>
                </c:pt>
                <c:pt idx="27">
                  <c:v>abr/02</c:v>
                </c:pt>
                <c:pt idx="28">
                  <c:v>mai/02</c:v>
                </c:pt>
                <c:pt idx="29">
                  <c:v>jun/02</c:v>
                </c:pt>
                <c:pt idx="30">
                  <c:v>jul/02</c:v>
                </c:pt>
                <c:pt idx="31">
                  <c:v>ago/02</c:v>
                </c:pt>
                <c:pt idx="32">
                  <c:v>set/02</c:v>
                </c:pt>
                <c:pt idx="33">
                  <c:v>out/02</c:v>
                </c:pt>
                <c:pt idx="34">
                  <c:v>nov/02</c:v>
                </c:pt>
                <c:pt idx="35">
                  <c:v>dez/02</c:v>
                </c:pt>
                <c:pt idx="36">
                  <c:v>jan/03</c:v>
                </c:pt>
                <c:pt idx="37">
                  <c:v>fev/03</c:v>
                </c:pt>
                <c:pt idx="38">
                  <c:v>mar/03</c:v>
                </c:pt>
                <c:pt idx="39">
                  <c:v>abr/03</c:v>
                </c:pt>
                <c:pt idx="40">
                  <c:v>mai/03</c:v>
                </c:pt>
                <c:pt idx="41">
                  <c:v>jun/03</c:v>
                </c:pt>
                <c:pt idx="42">
                  <c:v>jul/03</c:v>
                </c:pt>
                <c:pt idx="43">
                  <c:v>ago/03</c:v>
                </c:pt>
                <c:pt idx="44">
                  <c:v>set/03</c:v>
                </c:pt>
                <c:pt idx="45">
                  <c:v>out/03</c:v>
                </c:pt>
                <c:pt idx="46">
                  <c:v>nov/03</c:v>
                </c:pt>
                <c:pt idx="47">
                  <c:v>dez/03</c:v>
                </c:pt>
                <c:pt idx="48">
                  <c:v>jan/04</c:v>
                </c:pt>
                <c:pt idx="49">
                  <c:v>fev/04</c:v>
                </c:pt>
                <c:pt idx="50">
                  <c:v>mar/04</c:v>
                </c:pt>
                <c:pt idx="51">
                  <c:v>abr/04</c:v>
                </c:pt>
                <c:pt idx="52">
                  <c:v>mai/04</c:v>
                </c:pt>
                <c:pt idx="53">
                  <c:v>jun/04</c:v>
                </c:pt>
                <c:pt idx="54">
                  <c:v>jul/04</c:v>
                </c:pt>
                <c:pt idx="55">
                  <c:v>ago/04</c:v>
                </c:pt>
                <c:pt idx="56">
                  <c:v>set/04</c:v>
                </c:pt>
                <c:pt idx="57">
                  <c:v>out/04</c:v>
                </c:pt>
                <c:pt idx="58">
                  <c:v>nov/04</c:v>
                </c:pt>
                <c:pt idx="59">
                  <c:v>dez/04</c:v>
                </c:pt>
                <c:pt idx="60">
                  <c:v>jan/05</c:v>
                </c:pt>
                <c:pt idx="61">
                  <c:v>fev/05</c:v>
                </c:pt>
                <c:pt idx="62">
                  <c:v>mar/05</c:v>
                </c:pt>
                <c:pt idx="63">
                  <c:v>abr/05</c:v>
                </c:pt>
                <c:pt idx="64">
                  <c:v>mai/05</c:v>
                </c:pt>
                <c:pt idx="65">
                  <c:v>jun/05</c:v>
                </c:pt>
                <c:pt idx="66">
                  <c:v>jul/05</c:v>
                </c:pt>
                <c:pt idx="67">
                  <c:v>ago/05</c:v>
                </c:pt>
                <c:pt idx="68">
                  <c:v>set/05</c:v>
                </c:pt>
                <c:pt idx="69">
                  <c:v>out/05</c:v>
                </c:pt>
                <c:pt idx="70">
                  <c:v>nov/05</c:v>
                </c:pt>
                <c:pt idx="71">
                  <c:v>dez/05</c:v>
                </c:pt>
                <c:pt idx="72">
                  <c:v>jan/06</c:v>
                </c:pt>
                <c:pt idx="73">
                  <c:v>fev/06</c:v>
                </c:pt>
                <c:pt idx="74">
                  <c:v>mar/06</c:v>
                </c:pt>
                <c:pt idx="75">
                  <c:v>abr/06</c:v>
                </c:pt>
                <c:pt idx="76">
                  <c:v>mai/06</c:v>
                </c:pt>
                <c:pt idx="77">
                  <c:v>jun/06</c:v>
                </c:pt>
                <c:pt idx="78">
                  <c:v>jul/06</c:v>
                </c:pt>
                <c:pt idx="79">
                  <c:v>ago/06</c:v>
                </c:pt>
                <c:pt idx="80">
                  <c:v>set/06</c:v>
                </c:pt>
                <c:pt idx="81">
                  <c:v>out/06</c:v>
                </c:pt>
                <c:pt idx="82">
                  <c:v>nov/06</c:v>
                </c:pt>
                <c:pt idx="83">
                  <c:v>dez/06</c:v>
                </c:pt>
                <c:pt idx="84">
                  <c:v>jan/07</c:v>
                </c:pt>
                <c:pt idx="85">
                  <c:v>fev/07</c:v>
                </c:pt>
                <c:pt idx="86">
                  <c:v>mar/07</c:v>
                </c:pt>
                <c:pt idx="87">
                  <c:v>abr/07</c:v>
                </c:pt>
                <c:pt idx="88">
                  <c:v>mai/07</c:v>
                </c:pt>
                <c:pt idx="89">
                  <c:v>jun/07</c:v>
                </c:pt>
                <c:pt idx="90">
                  <c:v>jul/07</c:v>
                </c:pt>
                <c:pt idx="91">
                  <c:v>ago/07</c:v>
                </c:pt>
                <c:pt idx="92">
                  <c:v>set/07</c:v>
                </c:pt>
                <c:pt idx="93">
                  <c:v>out/07</c:v>
                </c:pt>
                <c:pt idx="94">
                  <c:v>nov/07</c:v>
                </c:pt>
                <c:pt idx="95">
                  <c:v>dez/07</c:v>
                </c:pt>
                <c:pt idx="96">
                  <c:v>jan/08</c:v>
                </c:pt>
                <c:pt idx="97">
                  <c:v>fev/08</c:v>
                </c:pt>
                <c:pt idx="98">
                  <c:v>mar/08</c:v>
                </c:pt>
                <c:pt idx="99">
                  <c:v>abr/08</c:v>
                </c:pt>
                <c:pt idx="100">
                  <c:v>mai/08</c:v>
                </c:pt>
                <c:pt idx="101">
                  <c:v>jun/08</c:v>
                </c:pt>
                <c:pt idx="102">
                  <c:v>jul/08</c:v>
                </c:pt>
                <c:pt idx="103">
                  <c:v>ago/08</c:v>
                </c:pt>
                <c:pt idx="104">
                  <c:v>set/08</c:v>
                </c:pt>
                <c:pt idx="105">
                  <c:v>out/08</c:v>
                </c:pt>
                <c:pt idx="106">
                  <c:v>nov/08</c:v>
                </c:pt>
                <c:pt idx="107">
                  <c:v>dez/08</c:v>
                </c:pt>
                <c:pt idx="108">
                  <c:v>jan/09</c:v>
                </c:pt>
                <c:pt idx="109">
                  <c:v>fev/09</c:v>
                </c:pt>
                <c:pt idx="110">
                  <c:v>mar/09</c:v>
                </c:pt>
                <c:pt idx="111">
                  <c:v>abr/09</c:v>
                </c:pt>
                <c:pt idx="112">
                  <c:v>mai/09</c:v>
                </c:pt>
                <c:pt idx="113">
                  <c:v>jun/09</c:v>
                </c:pt>
                <c:pt idx="114">
                  <c:v>jul/09</c:v>
                </c:pt>
                <c:pt idx="115">
                  <c:v>ago/09</c:v>
                </c:pt>
                <c:pt idx="116">
                  <c:v>set/09</c:v>
                </c:pt>
                <c:pt idx="117">
                  <c:v>out/09</c:v>
                </c:pt>
                <c:pt idx="118">
                  <c:v>nov/09</c:v>
                </c:pt>
                <c:pt idx="119">
                  <c:v>dez/09</c:v>
                </c:pt>
                <c:pt idx="120">
                  <c:v>jan/10</c:v>
                </c:pt>
                <c:pt idx="121">
                  <c:v>fev/10</c:v>
                </c:pt>
                <c:pt idx="122">
                  <c:v>mar/10</c:v>
                </c:pt>
                <c:pt idx="123">
                  <c:v>abr/10</c:v>
                </c:pt>
                <c:pt idx="124">
                  <c:v>mai/10</c:v>
                </c:pt>
                <c:pt idx="125">
                  <c:v>jun/10</c:v>
                </c:pt>
                <c:pt idx="126">
                  <c:v>jul/10</c:v>
                </c:pt>
                <c:pt idx="127">
                  <c:v>ago/10</c:v>
                </c:pt>
                <c:pt idx="128">
                  <c:v>set/10</c:v>
                </c:pt>
                <c:pt idx="129">
                  <c:v>out/10</c:v>
                </c:pt>
                <c:pt idx="130">
                  <c:v>nov/10</c:v>
                </c:pt>
                <c:pt idx="131">
                  <c:v>dez/10</c:v>
                </c:pt>
                <c:pt idx="132">
                  <c:v>jan/11</c:v>
                </c:pt>
                <c:pt idx="133">
                  <c:v>fev/11</c:v>
                </c:pt>
                <c:pt idx="134">
                  <c:v>mar/11</c:v>
                </c:pt>
                <c:pt idx="135">
                  <c:v>abr/11</c:v>
                </c:pt>
                <c:pt idx="136">
                  <c:v>mai/11</c:v>
                </c:pt>
                <c:pt idx="137">
                  <c:v>jun/11</c:v>
                </c:pt>
                <c:pt idx="138">
                  <c:v>jul/11</c:v>
                </c:pt>
                <c:pt idx="139">
                  <c:v>ago/11</c:v>
                </c:pt>
                <c:pt idx="140">
                  <c:v>set/11</c:v>
                </c:pt>
                <c:pt idx="141">
                  <c:v>out/11</c:v>
                </c:pt>
                <c:pt idx="142">
                  <c:v>nov/11</c:v>
                </c:pt>
                <c:pt idx="143">
                  <c:v>dez/11</c:v>
                </c:pt>
                <c:pt idx="144">
                  <c:v>jan/12</c:v>
                </c:pt>
                <c:pt idx="145">
                  <c:v>fev/12</c:v>
                </c:pt>
                <c:pt idx="146">
                  <c:v>mar/12</c:v>
                </c:pt>
                <c:pt idx="147">
                  <c:v>abr/12</c:v>
                </c:pt>
                <c:pt idx="148">
                  <c:v>mai/12</c:v>
                </c:pt>
                <c:pt idx="149">
                  <c:v>jun/12</c:v>
                </c:pt>
                <c:pt idx="150">
                  <c:v>jul/12</c:v>
                </c:pt>
                <c:pt idx="151">
                  <c:v>ago/12</c:v>
                </c:pt>
                <c:pt idx="152">
                  <c:v>set/12</c:v>
                </c:pt>
                <c:pt idx="153">
                  <c:v>out/12</c:v>
                </c:pt>
                <c:pt idx="154">
                  <c:v>nov/12</c:v>
                </c:pt>
                <c:pt idx="155">
                  <c:v>dez/12</c:v>
                </c:pt>
                <c:pt idx="156">
                  <c:v>jan/13</c:v>
                </c:pt>
                <c:pt idx="157">
                  <c:v>fev/13</c:v>
                </c:pt>
                <c:pt idx="158">
                  <c:v>mar/13</c:v>
                </c:pt>
                <c:pt idx="159">
                  <c:v>abr/13</c:v>
                </c:pt>
                <c:pt idx="160">
                  <c:v>mai/13</c:v>
                </c:pt>
                <c:pt idx="161">
                  <c:v>jun/13</c:v>
                </c:pt>
                <c:pt idx="162">
                  <c:v>jul/13</c:v>
                </c:pt>
                <c:pt idx="163">
                  <c:v>ago/13</c:v>
                </c:pt>
                <c:pt idx="164">
                  <c:v>set/13</c:v>
                </c:pt>
                <c:pt idx="165">
                  <c:v>out/13</c:v>
                </c:pt>
                <c:pt idx="166">
                  <c:v>nov/13</c:v>
                </c:pt>
                <c:pt idx="167">
                  <c:v>dez/13</c:v>
                </c:pt>
                <c:pt idx="168">
                  <c:v>jan/14</c:v>
                </c:pt>
                <c:pt idx="169">
                  <c:v>fev/14</c:v>
                </c:pt>
                <c:pt idx="170">
                  <c:v>mar/14</c:v>
                </c:pt>
                <c:pt idx="171">
                  <c:v>abr/14</c:v>
                </c:pt>
                <c:pt idx="172">
                  <c:v>mai/14</c:v>
                </c:pt>
                <c:pt idx="173">
                  <c:v>jun/14</c:v>
                </c:pt>
                <c:pt idx="174">
                  <c:v>jul/14</c:v>
                </c:pt>
                <c:pt idx="175">
                  <c:v>ago/14</c:v>
                </c:pt>
                <c:pt idx="176">
                  <c:v>set/14</c:v>
                </c:pt>
                <c:pt idx="177">
                  <c:v>out/14</c:v>
                </c:pt>
                <c:pt idx="178">
                  <c:v>nov/14</c:v>
                </c:pt>
                <c:pt idx="179">
                  <c:v>dez/14</c:v>
                </c:pt>
                <c:pt idx="180">
                  <c:v>jan/15</c:v>
                </c:pt>
                <c:pt idx="181">
                  <c:v>fev/15</c:v>
                </c:pt>
                <c:pt idx="182">
                  <c:v>mar/15</c:v>
                </c:pt>
                <c:pt idx="183">
                  <c:v>abr/15</c:v>
                </c:pt>
                <c:pt idx="184">
                  <c:v>mai/15</c:v>
                </c:pt>
                <c:pt idx="185">
                  <c:v>jun/15</c:v>
                </c:pt>
                <c:pt idx="186">
                  <c:v>jul/15</c:v>
                </c:pt>
                <c:pt idx="187">
                  <c:v>ago/15</c:v>
                </c:pt>
                <c:pt idx="188">
                  <c:v>set/15</c:v>
                </c:pt>
                <c:pt idx="189">
                  <c:v>out/15</c:v>
                </c:pt>
                <c:pt idx="190">
                  <c:v>nov/15</c:v>
                </c:pt>
                <c:pt idx="191">
                  <c:v>dez/15</c:v>
                </c:pt>
                <c:pt idx="192">
                  <c:v>jan/16</c:v>
                </c:pt>
                <c:pt idx="193">
                  <c:v>fev/16</c:v>
                </c:pt>
                <c:pt idx="194">
                  <c:v>mar/16</c:v>
                </c:pt>
                <c:pt idx="195">
                  <c:v>abr/16</c:v>
                </c:pt>
                <c:pt idx="196">
                  <c:v>mai/16</c:v>
                </c:pt>
                <c:pt idx="197">
                  <c:v>jun/16</c:v>
                </c:pt>
                <c:pt idx="198">
                  <c:v>jul/16</c:v>
                </c:pt>
                <c:pt idx="199">
                  <c:v>ago/16</c:v>
                </c:pt>
                <c:pt idx="200">
                  <c:v>set/16</c:v>
                </c:pt>
                <c:pt idx="201">
                  <c:v>out/16</c:v>
                </c:pt>
                <c:pt idx="202">
                  <c:v>nov/16</c:v>
                </c:pt>
                <c:pt idx="203">
                  <c:v>dez/16</c:v>
                </c:pt>
                <c:pt idx="204">
                  <c:v>jan/17</c:v>
                </c:pt>
                <c:pt idx="205">
                  <c:v>fev/17</c:v>
                </c:pt>
                <c:pt idx="206">
                  <c:v>mar/17</c:v>
                </c:pt>
                <c:pt idx="207">
                  <c:v>abr/17</c:v>
                </c:pt>
                <c:pt idx="208">
                  <c:v>mai/17</c:v>
                </c:pt>
                <c:pt idx="209">
                  <c:v>jun/17</c:v>
                </c:pt>
                <c:pt idx="210">
                  <c:v>jul/17</c:v>
                </c:pt>
                <c:pt idx="211">
                  <c:v>ago/17</c:v>
                </c:pt>
                <c:pt idx="212">
                  <c:v>set/17</c:v>
                </c:pt>
                <c:pt idx="213">
                  <c:v>out/17</c:v>
                </c:pt>
                <c:pt idx="214">
                  <c:v>nov/17</c:v>
                </c:pt>
                <c:pt idx="215">
                  <c:v>dez/17</c:v>
                </c:pt>
                <c:pt idx="216">
                  <c:v>jan/18</c:v>
                </c:pt>
                <c:pt idx="217">
                  <c:v>fev/18</c:v>
                </c:pt>
                <c:pt idx="218">
                  <c:v>mar/18</c:v>
                </c:pt>
                <c:pt idx="219">
                  <c:v>abr/18</c:v>
                </c:pt>
                <c:pt idx="220">
                  <c:v>mai/18</c:v>
                </c:pt>
                <c:pt idx="221">
                  <c:v>jun/18</c:v>
                </c:pt>
                <c:pt idx="222">
                  <c:v>jul/18</c:v>
                </c:pt>
                <c:pt idx="223">
                  <c:v>ago/18</c:v>
                </c:pt>
                <c:pt idx="224">
                  <c:v>set/18</c:v>
                </c:pt>
                <c:pt idx="225">
                  <c:v>out/18</c:v>
                </c:pt>
                <c:pt idx="226">
                  <c:v>nov/18</c:v>
                </c:pt>
                <c:pt idx="227">
                  <c:v>dez/18</c:v>
                </c:pt>
                <c:pt idx="228">
                  <c:v>jan/19</c:v>
                </c:pt>
                <c:pt idx="229">
                  <c:v>fev/19</c:v>
                </c:pt>
                <c:pt idx="230">
                  <c:v>mar/19</c:v>
                </c:pt>
                <c:pt idx="231">
                  <c:v>abr/19</c:v>
                </c:pt>
                <c:pt idx="232">
                  <c:v>mai/19</c:v>
                </c:pt>
                <c:pt idx="233">
                  <c:v>jun/19</c:v>
                </c:pt>
                <c:pt idx="234">
                  <c:v>jul/19</c:v>
                </c:pt>
                <c:pt idx="235">
                  <c:v>ago/19</c:v>
                </c:pt>
                <c:pt idx="236">
                  <c:v>set/19</c:v>
                </c:pt>
                <c:pt idx="237">
                  <c:v>out/19</c:v>
                </c:pt>
                <c:pt idx="238">
                  <c:v>nov/19</c:v>
                </c:pt>
                <c:pt idx="239">
                  <c:v>dez/19</c:v>
                </c:pt>
                <c:pt idx="240">
                  <c:v>jan/20</c:v>
                </c:pt>
                <c:pt idx="241">
                  <c:v>fev/20</c:v>
                </c:pt>
                <c:pt idx="242">
                  <c:v>mar/20</c:v>
                </c:pt>
                <c:pt idx="243">
                  <c:v>abr/20</c:v>
                </c:pt>
                <c:pt idx="244">
                  <c:v>mai/20</c:v>
                </c:pt>
                <c:pt idx="245">
                  <c:v>jun/20</c:v>
                </c:pt>
                <c:pt idx="246">
                  <c:v>jul/20</c:v>
                </c:pt>
                <c:pt idx="247">
                  <c:v>ago/20</c:v>
                </c:pt>
                <c:pt idx="248">
                  <c:v>set/20</c:v>
                </c:pt>
                <c:pt idx="249">
                  <c:v>out/20</c:v>
                </c:pt>
                <c:pt idx="250">
                  <c:v>nov/20</c:v>
                </c:pt>
                <c:pt idx="251">
                  <c:v>dez/20</c:v>
                </c:pt>
                <c:pt idx="252">
                  <c:v>jan/21</c:v>
                </c:pt>
                <c:pt idx="253">
                  <c:v>fev/21</c:v>
                </c:pt>
                <c:pt idx="254">
                  <c:v>mar/21</c:v>
                </c:pt>
                <c:pt idx="255">
                  <c:v>abr/21</c:v>
                </c:pt>
                <c:pt idx="256">
                  <c:v>mai/21</c:v>
                </c:pt>
                <c:pt idx="257">
                  <c:v>jun/21</c:v>
                </c:pt>
                <c:pt idx="258">
                  <c:v>jul/21</c:v>
                </c:pt>
                <c:pt idx="259">
                  <c:v>ago/21</c:v>
                </c:pt>
                <c:pt idx="260">
                  <c:v>set/21</c:v>
                </c:pt>
                <c:pt idx="261">
                  <c:v>out/21</c:v>
                </c:pt>
                <c:pt idx="262">
                  <c:v>nov/21</c:v>
                </c:pt>
                <c:pt idx="263">
                  <c:v>dez/21</c:v>
                </c:pt>
                <c:pt idx="264">
                  <c:v>jan/22</c:v>
                </c:pt>
                <c:pt idx="265">
                  <c:v>fev/22</c:v>
                </c:pt>
                <c:pt idx="266">
                  <c:v>mar/22</c:v>
                </c:pt>
                <c:pt idx="267">
                  <c:v>abr/22</c:v>
                </c:pt>
                <c:pt idx="268">
                  <c:v>mai/22</c:v>
                </c:pt>
                <c:pt idx="269">
                  <c:v>jun/22</c:v>
                </c:pt>
                <c:pt idx="270">
                  <c:v>jul/22</c:v>
                </c:pt>
                <c:pt idx="271">
                  <c:v>ago/22</c:v>
                </c:pt>
                <c:pt idx="272">
                  <c:v>set/22</c:v>
                </c:pt>
                <c:pt idx="273">
                  <c:v>out/22</c:v>
                </c:pt>
                <c:pt idx="274">
                  <c:v>nov/22</c:v>
                </c:pt>
                <c:pt idx="275">
                  <c:v>dez/22</c:v>
                </c:pt>
                <c:pt idx="276">
                  <c:v>jan/23</c:v>
                </c:pt>
                <c:pt idx="277">
                  <c:v>fev/23</c:v>
                </c:pt>
                <c:pt idx="278">
                  <c:v>mar/23</c:v>
                </c:pt>
                <c:pt idx="279">
                  <c:v>abr/23</c:v>
                </c:pt>
                <c:pt idx="280">
                  <c:v>mai/23</c:v>
                </c:pt>
                <c:pt idx="281">
                  <c:v>jun/23</c:v>
                </c:pt>
                <c:pt idx="282">
                  <c:v>jul/23</c:v>
                </c:pt>
                <c:pt idx="283">
                  <c:v>ago/23</c:v>
                </c:pt>
                <c:pt idx="284">
                  <c:v>set/23</c:v>
                </c:pt>
                <c:pt idx="285">
                  <c:v>out/23</c:v>
                </c:pt>
                <c:pt idx="286">
                  <c:v>nov/23</c:v>
                </c:pt>
                <c:pt idx="287">
                  <c:v>dez/23</c:v>
                </c:pt>
                <c:pt idx="288">
                  <c:v>jan/24</c:v>
                </c:pt>
                <c:pt idx="289">
                  <c:v>fev/24</c:v>
                </c:pt>
                <c:pt idx="290">
                  <c:v>mar/24</c:v>
                </c:pt>
                <c:pt idx="291">
                  <c:v>abr/24</c:v>
                </c:pt>
                <c:pt idx="292">
                  <c:v>mai/24</c:v>
                </c:pt>
                <c:pt idx="293">
                  <c:v>jun/24</c:v>
                </c:pt>
                <c:pt idx="294">
                  <c:v>jul/24</c:v>
                </c:pt>
                <c:pt idx="295">
                  <c:v>ago/24</c:v>
                </c:pt>
                <c:pt idx="296">
                  <c:v>set/24</c:v>
                </c:pt>
                <c:pt idx="297">
                  <c:v>out/24</c:v>
                </c:pt>
                <c:pt idx="298">
                  <c:v>nov/24</c:v>
                </c:pt>
                <c:pt idx="299">
                  <c:v>dez/24</c:v>
                </c:pt>
                <c:pt idx="300">
                  <c:v>jan/25</c:v>
                </c:pt>
                <c:pt idx="301">
                  <c:v>fev/25</c:v>
                </c:pt>
                <c:pt idx="302">
                  <c:v>mar/25</c:v>
                </c:pt>
                <c:pt idx="303">
                  <c:v>abr/25</c:v>
                </c:pt>
                <c:pt idx="304">
                  <c:v>mai/25</c:v>
                </c:pt>
                <c:pt idx="305">
                  <c:v>jun/25</c:v>
                </c:pt>
                <c:pt idx="306">
                  <c:v>jul/25</c:v>
                </c:pt>
                <c:pt idx="307">
                  <c:v>ago/25</c:v>
                </c:pt>
                <c:pt idx="308">
                  <c:v>set/25</c:v>
                </c:pt>
                <c:pt idx="309">
                  <c:v>out/25</c:v>
                </c:pt>
                <c:pt idx="310">
                  <c:v>nov/25</c:v>
                </c:pt>
                <c:pt idx="311">
                  <c:v>dez/25</c:v>
                </c:pt>
                <c:pt idx="312">
                  <c:v>jan/26</c:v>
                </c:pt>
                <c:pt idx="313">
                  <c:v>fev/26</c:v>
                </c:pt>
                <c:pt idx="314">
                  <c:v>mar/26</c:v>
                </c:pt>
                <c:pt idx="315">
                  <c:v>abr/26</c:v>
                </c:pt>
                <c:pt idx="316">
                  <c:v>mai/26</c:v>
                </c:pt>
                <c:pt idx="317">
                  <c:v>jun/26</c:v>
                </c:pt>
                <c:pt idx="318">
                  <c:v>jul/26</c:v>
                </c:pt>
                <c:pt idx="319">
                  <c:v>ago/26</c:v>
                </c:pt>
                <c:pt idx="320">
                  <c:v>set/26</c:v>
                </c:pt>
              </c:strCache>
            </c:strRef>
          </c:cat>
          <c:val>
            <c:numRef>
              <c:f>Sheet1!$C$2:$C$322</c:f>
              <c:numCache>
                <c:formatCode>#,##0</c:formatCode>
                <c:ptCount val="321"/>
                <c:pt idx="0">
                  <c:v>64.5</c:v>
                </c:pt>
                <c:pt idx="1">
                  <c:v>63.5</c:v>
                </c:pt>
                <c:pt idx="2">
                  <c:v>50.1</c:v>
                </c:pt>
                <c:pt idx="3">
                  <c:v>48.7</c:v>
                </c:pt>
                <c:pt idx="4">
                  <c:v>79.5</c:v>
                </c:pt>
                <c:pt idx="5">
                  <c:v>64.7</c:v>
                </c:pt>
                <c:pt idx="6">
                  <c:v>51.9</c:v>
                </c:pt>
                <c:pt idx="7">
                  <c:v>46.5</c:v>
                </c:pt>
                <c:pt idx="8">
                  <c:v>52.7</c:v>
                </c:pt>
                <c:pt idx="9">
                  <c:v>76.5</c:v>
                </c:pt>
                <c:pt idx="10">
                  <c:v>45.1</c:v>
                </c:pt>
                <c:pt idx="11">
                  <c:v>45.4</c:v>
                </c:pt>
                <c:pt idx="12">
                  <c:v>46.9</c:v>
                </c:pt>
                <c:pt idx="13">
                  <c:v>55.1</c:v>
                </c:pt>
                <c:pt idx="14">
                  <c:v>61.7</c:v>
                </c:pt>
                <c:pt idx="15">
                  <c:v>50.6</c:v>
                </c:pt>
                <c:pt idx="16">
                  <c:v>60.4</c:v>
                </c:pt>
                <c:pt idx="17">
                  <c:v>72.099999999999994</c:v>
                </c:pt>
                <c:pt idx="18">
                  <c:v>61.1</c:v>
                </c:pt>
                <c:pt idx="19">
                  <c:v>64.099999999999994</c:v>
                </c:pt>
                <c:pt idx="20">
                  <c:v>498.6</c:v>
                </c:pt>
                <c:pt idx="21">
                  <c:v>512.5</c:v>
                </c:pt>
                <c:pt idx="22">
                  <c:v>306.8</c:v>
                </c:pt>
                <c:pt idx="23">
                  <c:v>236.1</c:v>
                </c:pt>
                <c:pt idx="24">
                  <c:v>172.5</c:v>
                </c:pt>
                <c:pt idx="25">
                  <c:v>146.19999999999999</c:v>
                </c:pt>
                <c:pt idx="26">
                  <c:v>152</c:v>
                </c:pt>
                <c:pt idx="27">
                  <c:v>157.5</c:v>
                </c:pt>
                <c:pt idx="28">
                  <c:v>163.30000000000001</c:v>
                </c:pt>
                <c:pt idx="29">
                  <c:v>149.30000000000001</c:v>
                </c:pt>
                <c:pt idx="30">
                  <c:v>122.8</c:v>
                </c:pt>
                <c:pt idx="31">
                  <c:v>127.1</c:v>
                </c:pt>
                <c:pt idx="32">
                  <c:v>174.9</c:v>
                </c:pt>
                <c:pt idx="33">
                  <c:v>172</c:v>
                </c:pt>
                <c:pt idx="34">
                  <c:v>159.1</c:v>
                </c:pt>
                <c:pt idx="35">
                  <c:v>175.8</c:v>
                </c:pt>
                <c:pt idx="36">
                  <c:v>206.4</c:v>
                </c:pt>
                <c:pt idx="37">
                  <c:v>239.6</c:v>
                </c:pt>
                <c:pt idx="38">
                  <c:v>358.7</c:v>
                </c:pt>
                <c:pt idx="39">
                  <c:v>255.8</c:v>
                </c:pt>
                <c:pt idx="40">
                  <c:v>162.1</c:v>
                </c:pt>
                <c:pt idx="41">
                  <c:v>145.80000000000001</c:v>
                </c:pt>
                <c:pt idx="42">
                  <c:v>134.9</c:v>
                </c:pt>
                <c:pt idx="43">
                  <c:v>138.19999999999999</c:v>
                </c:pt>
                <c:pt idx="44">
                  <c:v>118.2</c:v>
                </c:pt>
                <c:pt idx="45">
                  <c:v>108.3</c:v>
                </c:pt>
                <c:pt idx="46">
                  <c:v>118.1</c:v>
                </c:pt>
                <c:pt idx="47">
                  <c:v>129.5</c:v>
                </c:pt>
                <c:pt idx="48">
                  <c:v>113.5</c:v>
                </c:pt>
                <c:pt idx="49">
                  <c:v>115.1</c:v>
                </c:pt>
                <c:pt idx="50">
                  <c:v>138.5</c:v>
                </c:pt>
                <c:pt idx="51">
                  <c:v>149.6</c:v>
                </c:pt>
                <c:pt idx="52">
                  <c:v>121.1</c:v>
                </c:pt>
                <c:pt idx="53">
                  <c:v>137.19999999999999</c:v>
                </c:pt>
                <c:pt idx="54">
                  <c:v>131</c:v>
                </c:pt>
                <c:pt idx="55">
                  <c:v>140.4</c:v>
                </c:pt>
                <c:pt idx="56">
                  <c:v>153.9</c:v>
                </c:pt>
                <c:pt idx="57">
                  <c:v>119.9</c:v>
                </c:pt>
                <c:pt idx="58">
                  <c:v>122.7</c:v>
                </c:pt>
                <c:pt idx="59">
                  <c:v>109.9</c:v>
                </c:pt>
                <c:pt idx="60">
                  <c:v>100.9</c:v>
                </c:pt>
                <c:pt idx="61">
                  <c:v>109</c:v>
                </c:pt>
                <c:pt idx="62">
                  <c:v>90.4</c:v>
                </c:pt>
                <c:pt idx="63">
                  <c:v>87</c:v>
                </c:pt>
                <c:pt idx="64">
                  <c:v>98.2</c:v>
                </c:pt>
                <c:pt idx="65">
                  <c:v>81.099999999999994</c:v>
                </c:pt>
                <c:pt idx="66">
                  <c:v>165.9</c:v>
                </c:pt>
                <c:pt idx="67">
                  <c:v>116.2</c:v>
                </c:pt>
                <c:pt idx="68">
                  <c:v>103.8</c:v>
                </c:pt>
                <c:pt idx="69">
                  <c:v>87.1</c:v>
                </c:pt>
                <c:pt idx="70">
                  <c:v>83.5</c:v>
                </c:pt>
                <c:pt idx="71">
                  <c:v>95.4</c:v>
                </c:pt>
                <c:pt idx="72">
                  <c:v>94.5</c:v>
                </c:pt>
                <c:pt idx="73">
                  <c:v>95.9</c:v>
                </c:pt>
                <c:pt idx="74">
                  <c:v>92.8</c:v>
                </c:pt>
                <c:pt idx="75">
                  <c:v>89</c:v>
                </c:pt>
                <c:pt idx="76">
                  <c:v>85.2</c:v>
                </c:pt>
                <c:pt idx="77">
                  <c:v>102.6</c:v>
                </c:pt>
                <c:pt idx="78">
                  <c:v>137.1</c:v>
                </c:pt>
                <c:pt idx="79">
                  <c:v>147.1</c:v>
                </c:pt>
                <c:pt idx="80">
                  <c:v>111.7</c:v>
                </c:pt>
                <c:pt idx="81">
                  <c:v>113.1</c:v>
                </c:pt>
                <c:pt idx="82">
                  <c:v>88.8</c:v>
                </c:pt>
                <c:pt idx="83">
                  <c:v>90.6</c:v>
                </c:pt>
                <c:pt idx="84">
                  <c:v>97.9</c:v>
                </c:pt>
                <c:pt idx="85">
                  <c:v>96.2</c:v>
                </c:pt>
                <c:pt idx="86">
                  <c:v>87.3</c:v>
                </c:pt>
                <c:pt idx="87">
                  <c:v>76.599999999999994</c:v>
                </c:pt>
                <c:pt idx="88">
                  <c:v>92.6</c:v>
                </c:pt>
                <c:pt idx="89">
                  <c:v>98</c:v>
                </c:pt>
                <c:pt idx="90">
                  <c:v>112.3</c:v>
                </c:pt>
                <c:pt idx="91">
                  <c:v>83.2</c:v>
                </c:pt>
                <c:pt idx="92">
                  <c:v>94.5</c:v>
                </c:pt>
                <c:pt idx="93">
                  <c:v>101.5</c:v>
                </c:pt>
                <c:pt idx="94">
                  <c:v>89.8</c:v>
                </c:pt>
                <c:pt idx="95">
                  <c:v>95</c:v>
                </c:pt>
                <c:pt idx="96">
                  <c:v>81.5</c:v>
                </c:pt>
                <c:pt idx="97">
                  <c:v>80.8</c:v>
                </c:pt>
                <c:pt idx="98">
                  <c:v>77.599999999999994</c:v>
                </c:pt>
                <c:pt idx="99">
                  <c:v>71.900000000000006</c:v>
                </c:pt>
                <c:pt idx="100">
                  <c:v>72.599999999999994</c:v>
                </c:pt>
                <c:pt idx="101">
                  <c:v>87.5</c:v>
                </c:pt>
                <c:pt idx="102">
                  <c:v>89.7</c:v>
                </c:pt>
                <c:pt idx="103">
                  <c:v>88.6</c:v>
                </c:pt>
                <c:pt idx="104">
                  <c:v>88.5</c:v>
                </c:pt>
                <c:pt idx="105">
                  <c:v>64.2</c:v>
                </c:pt>
                <c:pt idx="106">
                  <c:v>79.099999999999994</c:v>
                </c:pt>
                <c:pt idx="107">
                  <c:v>92.4</c:v>
                </c:pt>
                <c:pt idx="108">
                  <c:v>85.4</c:v>
                </c:pt>
                <c:pt idx="109">
                  <c:v>67.5</c:v>
                </c:pt>
                <c:pt idx="110">
                  <c:v>72.599999999999994</c:v>
                </c:pt>
                <c:pt idx="111">
                  <c:v>85.7</c:v>
                </c:pt>
                <c:pt idx="112">
                  <c:v>89.7</c:v>
                </c:pt>
                <c:pt idx="113">
                  <c:v>81.099999999999994</c:v>
                </c:pt>
                <c:pt idx="114">
                  <c:v>83.4</c:v>
                </c:pt>
                <c:pt idx="115">
                  <c:v>73.400000000000006</c:v>
                </c:pt>
                <c:pt idx="116">
                  <c:v>92.8</c:v>
                </c:pt>
                <c:pt idx="117">
                  <c:v>90.6</c:v>
                </c:pt>
                <c:pt idx="118">
                  <c:v>82.1</c:v>
                </c:pt>
                <c:pt idx="119">
                  <c:v>92.9</c:v>
                </c:pt>
                <c:pt idx="120">
                  <c:v>91.6</c:v>
                </c:pt>
                <c:pt idx="121">
                  <c:v>80.7</c:v>
                </c:pt>
                <c:pt idx="122">
                  <c:v>74.099999999999994</c:v>
                </c:pt>
                <c:pt idx="123">
                  <c:v>88.8</c:v>
                </c:pt>
                <c:pt idx="124">
                  <c:v>89</c:v>
                </c:pt>
                <c:pt idx="125">
                  <c:v>96.5</c:v>
                </c:pt>
                <c:pt idx="126">
                  <c:v>79.400000000000006</c:v>
                </c:pt>
                <c:pt idx="127">
                  <c:v>81</c:v>
                </c:pt>
                <c:pt idx="128">
                  <c:v>71.2</c:v>
                </c:pt>
                <c:pt idx="129">
                  <c:v>66</c:v>
                </c:pt>
                <c:pt idx="130">
                  <c:v>94.7</c:v>
                </c:pt>
                <c:pt idx="131">
                  <c:v>97.2</c:v>
                </c:pt>
                <c:pt idx="132">
                  <c:v>79.400000000000006</c:v>
                </c:pt>
                <c:pt idx="133">
                  <c:v>90</c:v>
                </c:pt>
                <c:pt idx="134">
                  <c:v>136.9</c:v>
                </c:pt>
                <c:pt idx="135">
                  <c:v>91</c:v>
                </c:pt>
                <c:pt idx="136">
                  <c:v>105.3</c:v>
                </c:pt>
                <c:pt idx="137">
                  <c:v>84.4</c:v>
                </c:pt>
                <c:pt idx="138">
                  <c:v>78.900000000000006</c:v>
                </c:pt>
                <c:pt idx="139">
                  <c:v>87</c:v>
                </c:pt>
                <c:pt idx="140">
                  <c:v>83.4</c:v>
                </c:pt>
                <c:pt idx="141">
                  <c:v>76.3</c:v>
                </c:pt>
                <c:pt idx="142">
                  <c:v>83.2</c:v>
                </c:pt>
                <c:pt idx="143">
                  <c:v>85.3</c:v>
                </c:pt>
                <c:pt idx="144">
                  <c:v>79.599999999999994</c:v>
                </c:pt>
                <c:pt idx="145">
                  <c:v>92.4</c:v>
                </c:pt>
                <c:pt idx="146">
                  <c:v>88.8</c:v>
                </c:pt>
                <c:pt idx="147">
                  <c:v>96</c:v>
                </c:pt>
                <c:pt idx="148">
                  <c:v>78.2</c:v>
                </c:pt>
                <c:pt idx="149">
                  <c:v>77.8</c:v>
                </c:pt>
                <c:pt idx="150">
                  <c:v>82.8</c:v>
                </c:pt>
                <c:pt idx="151">
                  <c:v>74.900000000000006</c:v>
                </c:pt>
                <c:pt idx="152">
                  <c:v>69.3</c:v>
                </c:pt>
                <c:pt idx="153">
                  <c:v>81.7</c:v>
                </c:pt>
                <c:pt idx="154">
                  <c:v>81.400000000000006</c:v>
                </c:pt>
                <c:pt idx="155">
                  <c:v>74.8</c:v>
                </c:pt>
                <c:pt idx="156">
                  <c:v>90.7</c:v>
                </c:pt>
                <c:pt idx="157">
                  <c:v>81.599999999999994</c:v>
                </c:pt>
                <c:pt idx="158">
                  <c:v>75.900000000000006</c:v>
                </c:pt>
                <c:pt idx="159">
                  <c:v>95.1</c:v>
                </c:pt>
                <c:pt idx="160">
                  <c:v>83.7</c:v>
                </c:pt>
                <c:pt idx="161">
                  <c:v>83</c:v>
                </c:pt>
                <c:pt idx="162">
                  <c:v>74</c:v>
                </c:pt>
                <c:pt idx="163">
                  <c:v>91</c:v>
                </c:pt>
                <c:pt idx="164">
                  <c:v>100.5</c:v>
                </c:pt>
                <c:pt idx="165">
                  <c:v>73</c:v>
                </c:pt>
                <c:pt idx="166">
                  <c:v>77.8</c:v>
                </c:pt>
                <c:pt idx="167">
                  <c:v>70.400000000000006</c:v>
                </c:pt>
                <c:pt idx="168">
                  <c:v>77.900000000000006</c:v>
                </c:pt>
                <c:pt idx="169">
                  <c:v>69</c:v>
                </c:pt>
                <c:pt idx="170">
                  <c:v>119.8</c:v>
                </c:pt>
                <c:pt idx="171">
                  <c:v>93.2</c:v>
                </c:pt>
                <c:pt idx="172">
                  <c:v>83.4</c:v>
                </c:pt>
                <c:pt idx="173">
                  <c:v>98.8</c:v>
                </c:pt>
                <c:pt idx="174">
                  <c:v>138.80000000000001</c:v>
                </c:pt>
                <c:pt idx="175">
                  <c:v>136.4</c:v>
                </c:pt>
                <c:pt idx="176">
                  <c:v>131.6</c:v>
                </c:pt>
                <c:pt idx="177">
                  <c:v>83.7</c:v>
                </c:pt>
                <c:pt idx="178">
                  <c:v>84.4</c:v>
                </c:pt>
                <c:pt idx="179">
                  <c:v>86.5</c:v>
                </c:pt>
                <c:pt idx="180">
                  <c:v>112</c:v>
                </c:pt>
                <c:pt idx="181">
                  <c:v>111.9</c:v>
                </c:pt>
                <c:pt idx="182">
                  <c:v>104.2</c:v>
                </c:pt>
                <c:pt idx="183">
                  <c:v>102.2</c:v>
                </c:pt>
                <c:pt idx="184">
                  <c:v>76.3</c:v>
                </c:pt>
                <c:pt idx="185">
                  <c:v>85.9</c:v>
                </c:pt>
                <c:pt idx="186">
                  <c:v>106.8</c:v>
                </c:pt>
                <c:pt idx="187">
                  <c:v>82.5</c:v>
                </c:pt>
                <c:pt idx="188">
                  <c:v>98.8</c:v>
                </c:pt>
                <c:pt idx="189">
                  <c:v>91.9</c:v>
                </c:pt>
                <c:pt idx="190">
                  <c:v>150.69999999999999</c:v>
                </c:pt>
                <c:pt idx="191">
                  <c:v>148.19999999999999</c:v>
                </c:pt>
                <c:pt idx="192">
                  <c:v>118.2</c:v>
                </c:pt>
                <c:pt idx="193">
                  <c:v>103.7</c:v>
                </c:pt>
                <c:pt idx="194">
                  <c:v>109.7</c:v>
                </c:pt>
                <c:pt idx="195">
                  <c:v>85.2</c:v>
                </c:pt>
                <c:pt idx="196">
                  <c:v>88.3</c:v>
                </c:pt>
                <c:pt idx="197">
                  <c:v>90.2</c:v>
                </c:pt>
                <c:pt idx="198">
                  <c:v>114.6</c:v>
                </c:pt>
                <c:pt idx="199">
                  <c:v>98.7</c:v>
                </c:pt>
                <c:pt idx="200">
                  <c:v>104.5</c:v>
                </c:pt>
                <c:pt idx="201">
                  <c:v>85.7</c:v>
                </c:pt>
                <c:pt idx="202">
                  <c:v>82.9</c:v>
                </c:pt>
                <c:pt idx="203">
                  <c:v>102.2</c:v>
                </c:pt>
                <c:pt idx="204">
                  <c:v>105.2</c:v>
                </c:pt>
                <c:pt idx="205">
                  <c:v>114.2</c:v>
                </c:pt>
                <c:pt idx="206">
                  <c:v>96.6</c:v>
                </c:pt>
                <c:pt idx="207">
                  <c:v>119.5</c:v>
                </c:pt>
                <c:pt idx="208">
                  <c:v>102.6</c:v>
                </c:pt>
                <c:pt idx="209">
                  <c:v>126.8</c:v>
                </c:pt>
                <c:pt idx="210">
                  <c:v>102.8</c:v>
                </c:pt>
                <c:pt idx="211">
                  <c:v>138.5</c:v>
                </c:pt>
                <c:pt idx="212">
                  <c:v>115.5</c:v>
                </c:pt>
                <c:pt idx="213">
                  <c:v>91.5</c:v>
                </c:pt>
                <c:pt idx="214">
                  <c:v>92.6</c:v>
                </c:pt>
                <c:pt idx="215">
                  <c:v>82.7</c:v>
                </c:pt>
                <c:pt idx="216">
                  <c:v>92.4</c:v>
                </c:pt>
                <c:pt idx="217">
                  <c:v>64.5</c:v>
                </c:pt>
                <c:pt idx="218">
                  <c:v>112</c:v>
                </c:pt>
                <c:pt idx="219">
                  <c:v>123.3</c:v>
                </c:pt>
                <c:pt idx="220">
                  <c:v>125.7</c:v>
                </c:pt>
                <c:pt idx="221">
                  <c:v>104</c:v>
                </c:pt>
                <c:pt idx="222">
                  <c:v>110</c:v>
                </c:pt>
                <c:pt idx="223">
                  <c:v>112.7</c:v>
                </c:pt>
                <c:pt idx="224">
                  <c:v>75.099999999999994</c:v>
                </c:pt>
                <c:pt idx="225">
                  <c:v>92</c:v>
                </c:pt>
                <c:pt idx="226">
                  <c:v>80.400000000000006</c:v>
                </c:pt>
                <c:pt idx="227">
                  <c:v>90.6</c:v>
                </c:pt>
                <c:pt idx="228">
                  <c:v>87.4</c:v>
                </c:pt>
                <c:pt idx="229">
                  <c:v>96.8</c:v>
                </c:pt>
                <c:pt idx="230">
                  <c:v>82.3</c:v>
                </c:pt>
                <c:pt idx="231">
                  <c:v>79.3</c:v>
                </c:pt>
                <c:pt idx="232">
                  <c:v>106.5</c:v>
                </c:pt>
                <c:pt idx="233">
                  <c:v>106.6</c:v>
                </c:pt>
                <c:pt idx="234">
                  <c:v>93.5</c:v>
                </c:pt>
                <c:pt idx="235">
                  <c:v>103.4</c:v>
                </c:pt>
                <c:pt idx="236">
                  <c:v>90.4</c:v>
                </c:pt>
                <c:pt idx="237">
                  <c:v>97.8</c:v>
                </c:pt>
                <c:pt idx="238">
                  <c:v>73.099999999999994</c:v>
                </c:pt>
                <c:pt idx="239">
                  <c:v>74.3</c:v>
                </c:pt>
                <c:pt idx="240">
                  <c:v>138.4</c:v>
                </c:pt>
                <c:pt idx="241">
                  <c:v>76</c:v>
                </c:pt>
                <c:pt idx="242">
                  <c:v>81.5</c:v>
                </c:pt>
                <c:pt idx="243">
                  <c:v>69.3</c:v>
                </c:pt>
                <c:pt idx="244">
                  <c:v>68.5</c:v>
                </c:pt>
                <c:pt idx="245">
                  <c:v>71.2</c:v>
                </c:pt>
                <c:pt idx="246">
                  <c:v>66.5</c:v>
                </c:pt>
                <c:pt idx="247">
                  <c:v>65.5</c:v>
                </c:pt>
                <c:pt idx="248">
                  <c:v>80.400000000000006</c:v>
                </c:pt>
                <c:pt idx="249">
                  <c:v>76.099999999999994</c:v>
                </c:pt>
                <c:pt idx="250">
                  <c:v>70.099999999999994</c:v>
                </c:pt>
                <c:pt idx="251">
                  <c:v>64.099999999999994</c:v>
                </c:pt>
                <c:pt idx="252">
                  <c:v>77.400000000000006</c:v>
                </c:pt>
                <c:pt idx="253">
                  <c:v>74</c:v>
                </c:pt>
                <c:pt idx="254">
                  <c:v>78.599999999999994</c:v>
                </c:pt>
                <c:pt idx="255">
                  <c:v>88.2</c:v>
                </c:pt>
                <c:pt idx="256">
                  <c:v>93</c:v>
                </c:pt>
                <c:pt idx="257">
                  <c:v>74.099999999999994</c:v>
                </c:pt>
                <c:pt idx="258">
                  <c:v>58.4</c:v>
                </c:pt>
                <c:pt idx="259">
                  <c:v>89.5</c:v>
                </c:pt>
                <c:pt idx="260">
                  <c:v>80.7</c:v>
                </c:pt>
                <c:pt idx="261">
                  <c:v>79</c:v>
                </c:pt>
                <c:pt idx="262">
                  <c:v>86.6</c:v>
                </c:pt>
                <c:pt idx="263">
                  <c:v>105.3</c:v>
                </c:pt>
                <c:pt idx="264">
                  <c:v>138.69999999999999</c:v>
                </c:pt>
                <c:pt idx="265">
                  <c:v>216.2</c:v>
                </c:pt>
                <c:pt idx="266">
                  <c:v>319</c:v>
                </c:pt>
                <c:pt idx="267">
                  <c:v>191.1</c:v>
                </c:pt>
                <c:pt idx="268">
                  <c:v>142.30000000000001</c:v>
                </c:pt>
                <c:pt idx="269">
                  <c:v>130.69999999999999</c:v>
                </c:pt>
                <c:pt idx="270">
                  <c:v>117.2</c:v>
                </c:pt>
                <c:pt idx="271">
                  <c:v>132.9</c:v>
                </c:pt>
                <c:pt idx="272">
                  <c:v>132</c:v>
                </c:pt>
                <c:pt idx="273">
                  <c:v>143.19999999999999</c:v>
                </c:pt>
                <c:pt idx="274">
                  <c:v>116.7</c:v>
                </c:pt>
                <c:pt idx="275">
                  <c:v>111.2</c:v>
                </c:pt>
                <c:pt idx="276">
                  <c:v>104.3</c:v>
                </c:pt>
                <c:pt idx="277">
                  <c:v>121</c:v>
                </c:pt>
                <c:pt idx="278">
                  <c:v>105.4</c:v>
                </c:pt>
                <c:pt idx="279">
                  <c:v>106.8</c:v>
                </c:pt>
                <c:pt idx="280">
                  <c:v>108.5</c:v>
                </c:pt>
                <c:pt idx="281">
                  <c:v>110.5</c:v>
                </c:pt>
                <c:pt idx="282">
                  <c:v>107.4</c:v>
                </c:pt>
                <c:pt idx="283">
                  <c:v>101.1</c:v>
                </c:pt>
                <c:pt idx="284">
                  <c:v>98.6</c:v>
                </c:pt>
                <c:pt idx="285">
                  <c:v>197.9</c:v>
                </c:pt>
                <c:pt idx="286">
                  <c:v>156.69999999999999</c:v>
                </c:pt>
                <c:pt idx="287">
                  <c:v>142.30000000000001</c:v>
                </c:pt>
                <c:pt idx="288">
                  <c:v>160.4</c:v>
                </c:pt>
                <c:pt idx="289">
                  <c:v>146.6</c:v>
                </c:pt>
                <c:pt idx="290">
                  <c:v>133.19999999999999</c:v>
                </c:pt>
                <c:pt idx="291">
                  <c:v>163.9</c:v>
                </c:pt>
                <c:pt idx="292">
                  <c:v>130.5</c:v>
                </c:pt>
                <c:pt idx="293">
                  <c:v>113.1</c:v>
                </c:pt>
                <c:pt idx="294">
                  <c:v>92.4</c:v>
                </c:pt>
                <c:pt idx="295">
                  <c:v>141</c:v>
                </c:pt>
                <c:pt idx="296">
                  <c:v>130.4</c:v>
                </c:pt>
                <c:pt idx="297">
                  <c:v>130.69999999999999</c:v>
                </c:pt>
                <c:pt idx="298">
                  <c:v>128.9</c:v>
                </c:pt>
                <c:pt idx="299">
                  <c:v>142.4</c:v>
                </c:pt>
                <c:pt idx="300">
                  <c:v>113.2</c:v>
                </c:pt>
                <c:pt idx="301">
                  <c:v>137</c:v>
                </c:pt>
                <c:pt idx="302">
                  <c:v>175.9</c:v>
                </c:pt>
                <c:pt idx="303">
                  <c:v>141.19999999999999</c:v>
                </c:pt>
                <c:pt idx="304">
                  <c:v>167</c:v>
                </c:pt>
                <c:pt idx="305">
                  <c:v>222.3</c:v>
                </c:pt>
                <c:pt idx="306">
                  <c:v>134.19999999999999</c:v>
                </c:pt>
                <c:pt idx="307">
                  <c:v>139</c:v>
                </c:pt>
                <c:pt idx="308">
                  <c:v>124.1</c:v>
                </c:pt>
                <c:pt idx="309">
                  <c:v>154.30000000000001</c:v>
                </c:pt>
                <c:pt idx="310">
                  <c:v>104.2</c:v>
                </c:pt>
                <c:pt idx="311">
                  <c:v>132.5</c:v>
                </c:pt>
                <c:pt idx="312">
                  <c:v>168</c:v>
                </c:pt>
                <c:pt idx="313">
                  <c:v>121.6</c:v>
                </c:pt>
                <c:pt idx="314">
                  <c:v>330.2</c:v>
                </c:pt>
                <c:pt idx="315">
                  <c:v>248.2</c:v>
                </c:pt>
                <c:pt idx="316">
                  <c:v>202.1</c:v>
                </c:pt>
                <c:pt idx="317">
                  <c:v>178</c:v>
                </c:pt>
                <c:pt idx="318">
                  <c:v>167.9</c:v>
                </c:pt>
                <c:pt idx="319">
                  <c:v>125.6</c:v>
                </c:pt>
                <c:pt idx="320">
                  <c:v>146.19999999999999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8A5E-4359-97C4-EFE17C9D4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3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06E-4D05-8173-312925CD0A5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Sheet1!$A$2:$A$34</c:f>
              <c:strCache>
                <c:ptCount val="33"/>
                <c:pt idx="0">
                  <c:v>jan/24</c:v>
                </c:pt>
                <c:pt idx="1">
                  <c:v>fev/24</c:v>
                </c:pt>
                <c:pt idx="2">
                  <c:v>mar/24</c:v>
                </c:pt>
                <c:pt idx="3">
                  <c:v>abr/24</c:v>
                </c:pt>
                <c:pt idx="4">
                  <c:v>mai/24</c:v>
                </c:pt>
                <c:pt idx="5">
                  <c:v>jun/24</c:v>
                </c:pt>
                <c:pt idx="6">
                  <c:v>jul/24</c:v>
                </c:pt>
                <c:pt idx="7">
                  <c:v>ago/24</c:v>
                </c:pt>
                <c:pt idx="8">
                  <c:v>set/24</c:v>
                </c:pt>
                <c:pt idx="9">
                  <c:v>out/24</c:v>
                </c:pt>
                <c:pt idx="10">
                  <c:v>nov/24</c:v>
                </c:pt>
                <c:pt idx="11">
                  <c:v>dez/24</c:v>
                </c:pt>
                <c:pt idx="12">
                  <c:v>jan/25</c:v>
                </c:pt>
                <c:pt idx="13">
                  <c:v>fev/25</c:v>
                </c:pt>
                <c:pt idx="14">
                  <c:v>mar/25</c:v>
                </c:pt>
                <c:pt idx="15">
                  <c:v>abr/25</c:v>
                </c:pt>
                <c:pt idx="16">
                  <c:v>mai/25</c:v>
                </c:pt>
                <c:pt idx="17">
                  <c:v>jun/25</c:v>
                </c:pt>
                <c:pt idx="18">
                  <c:v>jul/25</c:v>
                </c:pt>
                <c:pt idx="19">
                  <c:v>ago/25</c:v>
                </c:pt>
                <c:pt idx="20">
                  <c:v>set/25</c:v>
                </c:pt>
                <c:pt idx="21">
                  <c:v>out/25</c:v>
                </c:pt>
                <c:pt idx="22">
                  <c:v>nov/25</c:v>
                </c:pt>
                <c:pt idx="23">
                  <c:v>dez/25</c:v>
                </c:pt>
                <c:pt idx="24">
                  <c:v>jan/26</c:v>
                </c:pt>
                <c:pt idx="25">
                  <c:v>fev/26</c:v>
                </c:pt>
                <c:pt idx="26">
                  <c:v>mar/26</c:v>
                </c:pt>
                <c:pt idx="27">
                  <c:v>abr/26</c:v>
                </c:pt>
                <c:pt idx="28">
                  <c:v>mai/26</c:v>
                </c:pt>
                <c:pt idx="29">
                  <c:v>jun/26</c:v>
                </c:pt>
                <c:pt idx="30">
                  <c:v>jul/26</c:v>
                </c:pt>
                <c:pt idx="31">
                  <c:v>ago/26</c:v>
                </c:pt>
                <c:pt idx="32">
                  <c:v>set/26</c:v>
                </c:pt>
              </c:strCache>
            </c:strRef>
          </c:cat>
          <c:val>
            <c:numRef>
              <c:f>Sheet1!$B$2:$B$34</c:f>
              <c:numCache>
                <c:formatCode>0.0</c:formatCode>
                <c:ptCount val="33"/>
                <c:pt idx="0">
                  <c:v>79.11</c:v>
                </c:pt>
                <c:pt idx="1">
                  <c:v>81.8</c:v>
                </c:pt>
                <c:pt idx="2">
                  <c:v>84.96</c:v>
                </c:pt>
                <c:pt idx="3">
                  <c:v>88.97</c:v>
                </c:pt>
                <c:pt idx="4">
                  <c:v>83.05</c:v>
                </c:pt>
                <c:pt idx="5">
                  <c:v>82.92</c:v>
                </c:pt>
                <c:pt idx="6">
                  <c:v>84.05</c:v>
                </c:pt>
                <c:pt idx="7">
                  <c:v>79.02</c:v>
                </c:pt>
                <c:pt idx="8">
                  <c:v>73.06</c:v>
                </c:pt>
                <c:pt idx="9">
                  <c:v>75.27</c:v>
                </c:pt>
                <c:pt idx="10">
                  <c:v>73.510000000000005</c:v>
                </c:pt>
                <c:pt idx="11">
                  <c:v>73.23</c:v>
                </c:pt>
                <c:pt idx="12">
                  <c:v>78.19</c:v>
                </c:pt>
                <c:pt idx="13">
                  <c:v>75.19</c:v>
                </c:pt>
                <c:pt idx="14">
                  <c:v>71.739999999999995</c:v>
                </c:pt>
                <c:pt idx="15">
                  <c:v>66.930000000000007</c:v>
                </c:pt>
                <c:pt idx="16">
                  <c:v>64.09</c:v>
                </c:pt>
                <c:pt idx="17">
                  <c:v>69.849999999999994</c:v>
                </c:pt>
                <c:pt idx="18">
                  <c:v>69.56</c:v>
                </c:pt>
                <c:pt idx="19">
                  <c:v>67.239999999999995</c:v>
                </c:pt>
                <c:pt idx="20">
                  <c:v>67.61</c:v>
                </c:pt>
                <c:pt idx="21">
                  <c:v>63.98</c:v>
                </c:pt>
                <c:pt idx="22">
                  <c:v>63.69</c:v>
                </c:pt>
                <c:pt idx="23">
                  <c:v>61.81</c:v>
                </c:pt>
                <c:pt idx="24">
                  <c:v>64.59</c:v>
                </c:pt>
                <c:pt idx="25">
                  <c:v>69.41</c:v>
                </c:pt>
                <c:pt idx="26">
                  <c:v>99.41</c:v>
                </c:pt>
                <c:pt idx="27">
                  <c:v>102.81</c:v>
                </c:pt>
                <c:pt idx="28">
                  <c:v>103.84</c:v>
                </c:pt>
                <c:pt idx="29">
                  <c:v>84.49</c:v>
                </c:pt>
                <c:pt idx="30">
                  <c:v>83.73</c:v>
                </c:pt>
                <c:pt idx="31">
                  <c:v>88.07</c:v>
                </c:pt>
                <c:pt idx="32">
                  <c:v>102.02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6E-4D05-8173-312925CD0A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"/>
        <c:tickMarkSkip val="3"/>
        <c:noMultiLvlLbl val="0"/>
      </c:catAx>
      <c:valAx>
        <c:axId val="2140495176"/>
        <c:scaling>
          <c:orientation val="minMax"/>
          <c:max val="110"/>
          <c:min val="5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R$/US$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8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E89-447C-9E1E-23B9EE7E2E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Sheet1!$A$2:$A$82</c:f>
              <c:strCache>
                <c:ptCount val="81"/>
                <c:pt idx="0">
                  <c:v>jan/20</c:v>
                </c:pt>
                <c:pt idx="1">
                  <c:v>fev/20</c:v>
                </c:pt>
                <c:pt idx="2">
                  <c:v>mar/20</c:v>
                </c:pt>
                <c:pt idx="3">
                  <c:v>abr/20</c:v>
                </c:pt>
                <c:pt idx="4">
                  <c:v>mai/20</c:v>
                </c:pt>
                <c:pt idx="5">
                  <c:v>jun/20</c:v>
                </c:pt>
                <c:pt idx="6">
                  <c:v>jul/20</c:v>
                </c:pt>
                <c:pt idx="7">
                  <c:v>ago/20</c:v>
                </c:pt>
                <c:pt idx="8">
                  <c:v>set/20</c:v>
                </c:pt>
                <c:pt idx="9">
                  <c:v>out/20</c:v>
                </c:pt>
                <c:pt idx="10">
                  <c:v>nov/20</c:v>
                </c:pt>
                <c:pt idx="11">
                  <c:v>dez/20</c:v>
                </c:pt>
                <c:pt idx="12">
                  <c:v>jan/21</c:v>
                </c:pt>
                <c:pt idx="13">
                  <c:v>fev/21</c:v>
                </c:pt>
                <c:pt idx="14">
                  <c:v>mar/21</c:v>
                </c:pt>
                <c:pt idx="15">
                  <c:v>abr/21</c:v>
                </c:pt>
                <c:pt idx="16">
                  <c:v>mai/21</c:v>
                </c:pt>
                <c:pt idx="17">
                  <c:v>jun/21</c:v>
                </c:pt>
                <c:pt idx="18">
                  <c:v>jul/21</c:v>
                </c:pt>
                <c:pt idx="19">
                  <c:v>ago/21</c:v>
                </c:pt>
                <c:pt idx="20">
                  <c:v>set/21</c:v>
                </c:pt>
                <c:pt idx="21">
                  <c:v>out/21</c:v>
                </c:pt>
                <c:pt idx="22">
                  <c:v>nov/21</c:v>
                </c:pt>
                <c:pt idx="23">
                  <c:v>dez/21</c:v>
                </c:pt>
                <c:pt idx="24">
                  <c:v>jan/22</c:v>
                </c:pt>
                <c:pt idx="25">
                  <c:v>fev/22</c:v>
                </c:pt>
                <c:pt idx="26">
                  <c:v>mar/22</c:v>
                </c:pt>
                <c:pt idx="27">
                  <c:v>abr/22</c:v>
                </c:pt>
                <c:pt idx="28">
                  <c:v>mai/22</c:v>
                </c:pt>
                <c:pt idx="29">
                  <c:v>jun/22</c:v>
                </c:pt>
                <c:pt idx="30">
                  <c:v>jul/22</c:v>
                </c:pt>
                <c:pt idx="31">
                  <c:v>ago/22</c:v>
                </c:pt>
                <c:pt idx="32">
                  <c:v>set/22</c:v>
                </c:pt>
                <c:pt idx="33">
                  <c:v>out/22</c:v>
                </c:pt>
                <c:pt idx="34">
                  <c:v>nov/22</c:v>
                </c:pt>
                <c:pt idx="35">
                  <c:v>dez/22</c:v>
                </c:pt>
                <c:pt idx="36">
                  <c:v>jan/23</c:v>
                </c:pt>
                <c:pt idx="37">
                  <c:v>fev/23</c:v>
                </c:pt>
                <c:pt idx="38">
                  <c:v>mar/23</c:v>
                </c:pt>
                <c:pt idx="39">
                  <c:v>abr/23</c:v>
                </c:pt>
                <c:pt idx="40">
                  <c:v>mai/23</c:v>
                </c:pt>
                <c:pt idx="41">
                  <c:v>jun/23</c:v>
                </c:pt>
                <c:pt idx="42">
                  <c:v>jul/23</c:v>
                </c:pt>
                <c:pt idx="43">
                  <c:v>ago/23</c:v>
                </c:pt>
                <c:pt idx="44">
                  <c:v>set/23</c:v>
                </c:pt>
                <c:pt idx="45">
                  <c:v>out/23</c:v>
                </c:pt>
                <c:pt idx="46">
                  <c:v>nov/23</c:v>
                </c:pt>
                <c:pt idx="47">
                  <c:v>dez/23</c:v>
                </c:pt>
                <c:pt idx="48">
                  <c:v>jan/24</c:v>
                </c:pt>
                <c:pt idx="49">
                  <c:v>fev/24</c:v>
                </c:pt>
                <c:pt idx="50">
                  <c:v>mar/24</c:v>
                </c:pt>
                <c:pt idx="51">
                  <c:v>abr/24</c:v>
                </c:pt>
                <c:pt idx="52">
                  <c:v>mai/24</c:v>
                </c:pt>
                <c:pt idx="53">
                  <c:v>jun/24</c:v>
                </c:pt>
                <c:pt idx="54">
                  <c:v>jul/24</c:v>
                </c:pt>
                <c:pt idx="55">
                  <c:v>ago/24</c:v>
                </c:pt>
                <c:pt idx="56">
                  <c:v>set/24</c:v>
                </c:pt>
                <c:pt idx="57">
                  <c:v>out/24</c:v>
                </c:pt>
                <c:pt idx="58">
                  <c:v>nov/24</c:v>
                </c:pt>
                <c:pt idx="59">
                  <c:v>dez/24</c:v>
                </c:pt>
                <c:pt idx="60">
                  <c:v>jan/25</c:v>
                </c:pt>
                <c:pt idx="61">
                  <c:v>fev/25</c:v>
                </c:pt>
                <c:pt idx="62">
                  <c:v>mar/25</c:v>
                </c:pt>
                <c:pt idx="63">
                  <c:v>abr/25</c:v>
                </c:pt>
                <c:pt idx="64">
                  <c:v>mai/25</c:v>
                </c:pt>
                <c:pt idx="65">
                  <c:v>jun/25</c:v>
                </c:pt>
                <c:pt idx="66">
                  <c:v>jul/25</c:v>
                </c:pt>
                <c:pt idx="67">
                  <c:v>ago/25</c:v>
                </c:pt>
                <c:pt idx="68">
                  <c:v>set/25</c:v>
                </c:pt>
                <c:pt idx="69">
                  <c:v>out/25</c:v>
                </c:pt>
                <c:pt idx="70">
                  <c:v>nov/25</c:v>
                </c:pt>
                <c:pt idx="71">
                  <c:v>dez/25</c:v>
                </c:pt>
                <c:pt idx="72">
                  <c:v>jan/26</c:v>
                </c:pt>
                <c:pt idx="73">
                  <c:v>fev/26</c:v>
                </c:pt>
                <c:pt idx="74">
                  <c:v>mar/26</c:v>
                </c:pt>
                <c:pt idx="75">
                  <c:v>abr/26</c:v>
                </c:pt>
                <c:pt idx="76">
                  <c:v>mai/26</c:v>
                </c:pt>
                <c:pt idx="77">
                  <c:v>jun/26</c:v>
                </c:pt>
                <c:pt idx="78">
                  <c:v>jul/26</c:v>
                </c:pt>
                <c:pt idx="79">
                  <c:v>ago/26</c:v>
                </c:pt>
                <c:pt idx="80">
                  <c:v>set/26</c:v>
                </c:pt>
              </c:strCache>
            </c:strRef>
          </c:cat>
          <c:val>
            <c:numRef>
              <c:f>Sheet1!$B$2:$B$82</c:f>
              <c:numCache>
                <c:formatCode>0.00</c:formatCode>
                <c:ptCount val="81"/>
                <c:pt idx="0">
                  <c:v>4.1494999999999997</c:v>
                </c:pt>
                <c:pt idx="1">
                  <c:v>4.3410000000000002</c:v>
                </c:pt>
                <c:pt idx="2">
                  <c:v>4.8838999999999997</c:v>
                </c:pt>
                <c:pt idx="3">
                  <c:v>5.3255999999999997</c:v>
                </c:pt>
                <c:pt idx="4">
                  <c:v>5.6433999999999997</c:v>
                </c:pt>
                <c:pt idx="5">
                  <c:v>5.1966000000000001</c:v>
                </c:pt>
                <c:pt idx="6">
                  <c:v>5.2801999999999998</c:v>
                </c:pt>
                <c:pt idx="7">
                  <c:v>5.4611999999999998</c:v>
                </c:pt>
                <c:pt idx="8">
                  <c:v>5.3994999999999997</c:v>
                </c:pt>
                <c:pt idx="9">
                  <c:v>5.6257999999999999</c:v>
                </c:pt>
                <c:pt idx="10">
                  <c:v>5.4177999999999997</c:v>
                </c:pt>
                <c:pt idx="11">
                  <c:v>5.1456</c:v>
                </c:pt>
                <c:pt idx="12">
                  <c:v>5.3562000000000003</c:v>
                </c:pt>
                <c:pt idx="13">
                  <c:v>5.4165000000000001</c:v>
                </c:pt>
                <c:pt idx="14">
                  <c:v>5.6460999999999997</c:v>
                </c:pt>
                <c:pt idx="15">
                  <c:v>5.5621</c:v>
                </c:pt>
                <c:pt idx="16">
                  <c:v>5.2911000000000001</c:v>
                </c:pt>
                <c:pt idx="17">
                  <c:v>5.0319000000000003</c:v>
                </c:pt>
                <c:pt idx="18">
                  <c:v>5.1566999999999998</c:v>
                </c:pt>
                <c:pt idx="19">
                  <c:v>5.2516999999999996</c:v>
                </c:pt>
                <c:pt idx="20">
                  <c:v>5.2797000000000001</c:v>
                </c:pt>
                <c:pt idx="21">
                  <c:v>5.54</c:v>
                </c:pt>
                <c:pt idx="22">
                  <c:v>5.5568999999999997</c:v>
                </c:pt>
                <c:pt idx="23">
                  <c:v>5.6513999999999998</c:v>
                </c:pt>
                <c:pt idx="24">
                  <c:v>5.5340999999999996</c:v>
                </c:pt>
                <c:pt idx="25">
                  <c:v>5.1966000000000001</c:v>
                </c:pt>
                <c:pt idx="26">
                  <c:v>4.9683999999999999</c:v>
                </c:pt>
                <c:pt idx="27">
                  <c:v>4.758</c:v>
                </c:pt>
                <c:pt idx="28">
                  <c:v>4.9550999999999998</c:v>
                </c:pt>
                <c:pt idx="29">
                  <c:v>5.0491999999999999</c:v>
                </c:pt>
                <c:pt idx="30">
                  <c:v>5.3681000000000001</c:v>
                </c:pt>
                <c:pt idx="31">
                  <c:v>5.1433</c:v>
                </c:pt>
                <c:pt idx="32">
                  <c:v>5.2370000000000001</c:v>
                </c:pt>
                <c:pt idx="33">
                  <c:v>5.2503000000000002</c:v>
                </c:pt>
                <c:pt idx="34">
                  <c:v>5.2747000000000002</c:v>
                </c:pt>
                <c:pt idx="35">
                  <c:v>5.2423999999999999</c:v>
                </c:pt>
                <c:pt idx="36">
                  <c:v>5.2007000000000003</c:v>
                </c:pt>
                <c:pt idx="37">
                  <c:v>5.1717000000000004</c:v>
                </c:pt>
                <c:pt idx="38">
                  <c:v>5.2115</c:v>
                </c:pt>
                <c:pt idx="39">
                  <c:v>5.0197000000000003</c:v>
                </c:pt>
                <c:pt idx="40">
                  <c:v>4.9828000000000001</c:v>
                </c:pt>
                <c:pt idx="41">
                  <c:v>4.8516000000000004</c:v>
                </c:pt>
                <c:pt idx="42">
                  <c:v>4.8007999999999997</c:v>
                </c:pt>
                <c:pt idx="43">
                  <c:v>4.9035000000000002</c:v>
                </c:pt>
                <c:pt idx="44">
                  <c:v>4.9370000000000003</c:v>
                </c:pt>
                <c:pt idx="45">
                  <c:v>5.0648</c:v>
                </c:pt>
                <c:pt idx="46">
                  <c:v>4.8982999999999999</c:v>
                </c:pt>
                <c:pt idx="47">
                  <c:v>4.8971999999999998</c:v>
                </c:pt>
                <c:pt idx="48">
                  <c:v>4.9143999999999997</c:v>
                </c:pt>
                <c:pt idx="49">
                  <c:v>4.9644000000000004</c:v>
                </c:pt>
                <c:pt idx="50">
                  <c:v>4.9801000000000002</c:v>
                </c:pt>
                <c:pt idx="51">
                  <c:v>5.1291000000000002</c:v>
                </c:pt>
                <c:pt idx="52">
                  <c:v>5.133</c:v>
                </c:pt>
                <c:pt idx="53">
                  <c:v>5.3890000000000002</c:v>
                </c:pt>
                <c:pt idx="54">
                  <c:v>5.5419999999999998</c:v>
                </c:pt>
                <c:pt idx="55">
                  <c:v>5.5526</c:v>
                </c:pt>
                <c:pt idx="56">
                  <c:v>5.5415999999999999</c:v>
                </c:pt>
                <c:pt idx="57">
                  <c:v>5.6241000000000003</c:v>
                </c:pt>
                <c:pt idx="58">
                  <c:v>5.8071000000000002</c:v>
                </c:pt>
                <c:pt idx="59">
                  <c:v>6.0970000000000004</c:v>
                </c:pt>
                <c:pt idx="60">
                  <c:v>6.0217999999999998</c:v>
                </c:pt>
                <c:pt idx="61">
                  <c:v>5.7656000000000001</c:v>
                </c:pt>
                <c:pt idx="62">
                  <c:v>5.7468000000000004</c:v>
                </c:pt>
                <c:pt idx="63">
                  <c:v>5.7836999999999996</c:v>
                </c:pt>
                <c:pt idx="64">
                  <c:v>5.6673999999999998</c:v>
                </c:pt>
                <c:pt idx="65">
                  <c:v>5.5471000000000004</c:v>
                </c:pt>
                <c:pt idx="66">
                  <c:v>5.5285000000000002</c:v>
                </c:pt>
                <c:pt idx="67">
                  <c:v>5.4469000000000003</c:v>
                </c:pt>
                <c:pt idx="68">
                  <c:v>5.3673999999999999</c:v>
                </c:pt>
                <c:pt idx="69">
                  <c:v>5.3855000000000004</c:v>
                </c:pt>
                <c:pt idx="70">
                  <c:v>5.3409000000000004</c:v>
                </c:pt>
                <c:pt idx="71">
                  <c:v>5.4531000000000001</c:v>
                </c:pt>
                <c:pt idx="72">
                  <c:v>5.3380000000000001</c:v>
                </c:pt>
                <c:pt idx="73">
                  <c:v>5.2005999999999997</c:v>
                </c:pt>
                <c:pt idx="74">
                  <c:v>5.2316000000000003</c:v>
                </c:pt>
                <c:pt idx="75">
                  <c:v>5.0331000000000001</c:v>
                </c:pt>
                <c:pt idx="76">
                  <c:v>4.9836999999999998</c:v>
                </c:pt>
                <c:pt idx="77">
                  <c:v>5.1276000000000002</c:v>
                </c:pt>
                <c:pt idx="78">
                  <c:v>5.1139000000000001</c:v>
                </c:pt>
                <c:pt idx="79">
                  <c:v>5.1532</c:v>
                </c:pt>
                <c:pt idx="80">
                  <c:v>5.1447000000000003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89-447C-9E1E-23B9EE7E2E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6"/>
        <c:noMultiLvlLbl val="0"/>
      </c:catAx>
      <c:valAx>
        <c:axId val="2140495176"/>
        <c:scaling>
          <c:orientation val="minMax"/>
          <c:max val="6.5"/>
          <c:min val="4"/>
        </c:scaling>
        <c:delete val="0"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Importações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Sheet1!$B$2:$B$22</c:f>
              <c:numCache>
                <c:formatCode>0.0</c:formatCode>
                <c:ptCount val="21"/>
                <c:pt idx="0">
                  <c:v>2.1408025589999999</c:v>
                </c:pt>
                <c:pt idx="1">
                  <c:v>3.3906909860000001</c:v>
                </c:pt>
                <c:pt idx="2">
                  <c:v>4.9919358899999997</c:v>
                </c:pt>
                <c:pt idx="3">
                  <c:v>7.9647178170000004</c:v>
                </c:pt>
                <c:pt idx="4">
                  <c:v>7.1560004199999998</c:v>
                </c:pt>
                <c:pt idx="5">
                  <c:v>11.64293342</c:v>
                </c:pt>
                <c:pt idx="6">
                  <c:v>14.63738597</c:v>
                </c:pt>
                <c:pt idx="7">
                  <c:v>14.474777186000001</c:v>
                </c:pt>
                <c:pt idx="8">
                  <c:v>14.722583972000001</c:v>
                </c:pt>
                <c:pt idx="9">
                  <c:v>16.019608523999999</c:v>
                </c:pt>
                <c:pt idx="10">
                  <c:v>12.591717203</c:v>
                </c:pt>
                <c:pt idx="11">
                  <c:v>10.300472535000001</c:v>
                </c:pt>
                <c:pt idx="12">
                  <c:v>12.523863982</c:v>
                </c:pt>
                <c:pt idx="13">
                  <c:v>15.431113139000001</c:v>
                </c:pt>
                <c:pt idx="14">
                  <c:v>16.903030328</c:v>
                </c:pt>
                <c:pt idx="15">
                  <c:v>16.091194138999999</c:v>
                </c:pt>
                <c:pt idx="16">
                  <c:v>24.917515284</c:v>
                </c:pt>
                <c:pt idx="17">
                  <c:v>28.989937154</c:v>
                </c:pt>
                <c:pt idx="18">
                  <c:v>28.771535393000001</c:v>
                </c:pt>
                <c:pt idx="19">
                  <c:v>33.771587791999998</c:v>
                </c:pt>
                <c:pt idx="20">
                  <c:v>33.992553125999997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66-4D08-B759-AE317289D8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Exportações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166-4D08-B759-AE317289D8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2005</c:v>
                </c:pt>
                <c:pt idx="1">
                  <c:v>2006</c:v>
                </c:pt>
                <c:pt idx="2">
                  <c:v>2007</c:v>
                </c:pt>
                <c:pt idx="3">
                  <c:v>2008</c:v>
                </c:pt>
                <c:pt idx="4">
                  <c:v>2009</c:v>
                </c:pt>
                <c:pt idx="5">
                  <c:v>2010</c:v>
                </c:pt>
                <c:pt idx="6">
                  <c:v>2011</c:v>
                </c:pt>
                <c:pt idx="7">
                  <c:v>2012</c:v>
                </c:pt>
                <c:pt idx="8">
                  <c:v>2013</c:v>
                </c:pt>
                <c:pt idx="9">
                  <c:v>2014</c:v>
                </c:pt>
                <c:pt idx="10">
                  <c:v>2015</c:v>
                </c:pt>
                <c:pt idx="11">
                  <c:v>2016</c:v>
                </c:pt>
                <c:pt idx="12">
                  <c:v>2017</c:v>
                </c:pt>
                <c:pt idx="13">
                  <c:v>2018</c:v>
                </c:pt>
                <c:pt idx="14">
                  <c:v>2019</c:v>
                </c:pt>
                <c:pt idx="15">
                  <c:v>2020</c:v>
                </c:pt>
                <c:pt idx="16">
                  <c:v>2021</c:v>
                </c:pt>
                <c:pt idx="17">
                  <c:v>2022</c:v>
                </c:pt>
                <c:pt idx="18">
                  <c:v>2023</c:v>
                </c:pt>
                <c:pt idx="19">
                  <c:v>2024</c:v>
                </c:pt>
                <c:pt idx="20">
                  <c:v>2025</c:v>
                </c:pt>
              </c:strCache>
            </c:strRef>
          </c:cat>
          <c:val>
            <c:numRef>
              <c:f>Sheet1!$C$2:$C$22</c:f>
              <c:numCache>
                <c:formatCode>0.0</c:formatCode>
                <c:ptCount val="21"/>
                <c:pt idx="0">
                  <c:v>5.5808382679999999</c:v>
                </c:pt>
                <c:pt idx="1">
                  <c:v>5.9939067619999999</c:v>
                </c:pt>
                <c:pt idx="2">
                  <c:v>7.427553648</c:v>
                </c:pt>
                <c:pt idx="3">
                  <c:v>8.2911228900000005</c:v>
                </c:pt>
                <c:pt idx="4">
                  <c:v>6.4064971789999996</c:v>
                </c:pt>
                <c:pt idx="5">
                  <c:v>7.554270271</c:v>
                </c:pt>
                <c:pt idx="6">
                  <c:v>8.9688046779999997</c:v>
                </c:pt>
                <c:pt idx="7">
                  <c:v>8.8655481100000006</c:v>
                </c:pt>
                <c:pt idx="8">
                  <c:v>8.6602695740000009</c:v>
                </c:pt>
                <c:pt idx="9">
                  <c:v>8.9634438000000003</c:v>
                </c:pt>
                <c:pt idx="10">
                  <c:v>7.6402146520000001</c:v>
                </c:pt>
                <c:pt idx="11">
                  <c:v>7.591469375</c:v>
                </c:pt>
                <c:pt idx="12">
                  <c:v>8.5066028070000002</c:v>
                </c:pt>
                <c:pt idx="13">
                  <c:v>9.2718324019999994</c:v>
                </c:pt>
                <c:pt idx="14">
                  <c:v>8.9518557760000004</c:v>
                </c:pt>
                <c:pt idx="15">
                  <c:v>8.1277040940000003</c:v>
                </c:pt>
                <c:pt idx="16">
                  <c:v>10.295984158</c:v>
                </c:pt>
                <c:pt idx="17">
                  <c:v>11.966468596</c:v>
                </c:pt>
                <c:pt idx="18">
                  <c:v>11.577616761</c:v>
                </c:pt>
                <c:pt idx="19">
                  <c:v>11.677214408999999</c:v>
                </c:pt>
                <c:pt idx="20">
                  <c:v>12.19657887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166-4D08-B759-AE317289D8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Expectativa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dLbl>
              <c:idx val="2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20E-4272-8569-AE3A4C37C37F}"/>
                </c:ext>
              </c:extLst>
            </c:dLbl>
            <c:dLbl>
              <c:idx val="3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26" formatCode="0.0">
                  <c:v>1.8399891516317934</c:v>
                </c:pt>
                <c:pt idx="27" formatCode="0.0">
                  <c:v>1.7972399228593616</c:v>
                </c:pt>
                <c:pt idx="28" formatCode="0.0">
                  <c:v>1.6635934673817188</c:v>
                </c:pt>
                <c:pt idx="29" formatCode="0.0">
                  <c:v>1.4793992613158613</c:v>
                </c:pt>
                <c:pt idx="30" formatCode="0.0">
                  <c:v>1.3778595521577897</c:v>
                </c:pt>
                <c:pt idx="31" formatCode="0.0">
                  <c:v>1.3356419803984831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E-4272-8569-AE3A4C37C3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Observado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dLbl>
              <c:idx val="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20E-4272-8569-AE3A4C37C37F}"/>
                </c:ext>
              </c:extLst>
            </c:dLbl>
            <c:dLbl>
              <c:idx val="1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20E-4272-8569-AE3A4C37C37F}"/>
                </c:ext>
              </c:extLst>
            </c:dLbl>
            <c:dLbl>
              <c:idx val="2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20E-4272-8569-AE3A4C37C3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Sheet1!$C$2:$C$33</c:f>
              <c:numCache>
                <c:formatCode>0.0</c:formatCode>
                <c:ptCount val="32"/>
                <c:pt idx="0">
                  <c:v>1.1000000000000001</c:v>
                </c:pt>
                <c:pt idx="1">
                  <c:v>-1.7</c:v>
                </c:pt>
                <c:pt idx="2">
                  <c:v>-2.8</c:v>
                </c:pt>
                <c:pt idx="3">
                  <c:v>-3.3</c:v>
                </c:pt>
                <c:pt idx="4">
                  <c:v>-2.9</c:v>
                </c:pt>
                <c:pt idx="5">
                  <c:v>2.4</c:v>
                </c:pt>
                <c:pt idx="6">
                  <c:v>4.3</c:v>
                </c:pt>
                <c:pt idx="7">
                  <c:v>4.8</c:v>
                </c:pt>
                <c:pt idx="8">
                  <c:v>4.7</c:v>
                </c:pt>
                <c:pt idx="9">
                  <c:v>2.7</c:v>
                </c:pt>
                <c:pt idx="10">
                  <c:v>2.7</c:v>
                </c:pt>
                <c:pt idx="11">
                  <c:v>3</c:v>
                </c:pt>
                <c:pt idx="12">
                  <c:v>3.8</c:v>
                </c:pt>
                <c:pt idx="13">
                  <c:v>3.8</c:v>
                </c:pt>
                <c:pt idx="14">
                  <c:v>3.3</c:v>
                </c:pt>
                <c:pt idx="15">
                  <c:v>3.2</c:v>
                </c:pt>
                <c:pt idx="16">
                  <c:v>2.8</c:v>
                </c:pt>
                <c:pt idx="17">
                  <c:v>2.7</c:v>
                </c:pt>
                <c:pt idx="18">
                  <c:v>3.1</c:v>
                </c:pt>
                <c:pt idx="19">
                  <c:v>3.4</c:v>
                </c:pt>
                <c:pt idx="20">
                  <c:v>3.6</c:v>
                </c:pt>
                <c:pt idx="21">
                  <c:v>3.3</c:v>
                </c:pt>
                <c:pt idx="22">
                  <c:v>2.7</c:v>
                </c:pt>
                <c:pt idx="23">
                  <c:v>2.2999999999999998</c:v>
                </c:pt>
                <c:pt idx="24">
                  <c:v>2</c:v>
                </c:pt>
                <c:pt idx="25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Potencial (2% a.a.)</c:v>
                </c:pt>
              </c:strCache>
            </c:strRef>
          </c:tx>
          <c:spPr>
            <a:ln w="15875">
              <a:solidFill>
                <a:srgbClr val="1E1E29"/>
              </a:solidFill>
              <a:prstDash val="sysDot"/>
            </a:ln>
          </c:spPr>
          <c:marker>
            <c:symbol val="none"/>
          </c:marker>
          <c:cat>
            <c:strRef>
              <c:f>Sheet1!$A$2:$A$33</c:f>
              <c:strCache>
                <c:ptCount val="32"/>
                <c:pt idx="0">
                  <c:v>1T20</c:v>
                </c:pt>
                <c:pt idx="1">
                  <c:v>2T20</c:v>
                </c:pt>
                <c:pt idx="2">
                  <c:v>3T20</c:v>
                </c:pt>
                <c:pt idx="3">
                  <c:v>4T20</c:v>
                </c:pt>
                <c:pt idx="4">
                  <c:v>1T21</c:v>
                </c:pt>
                <c:pt idx="5">
                  <c:v>2T21</c:v>
                </c:pt>
                <c:pt idx="6">
                  <c:v>3T21</c:v>
                </c:pt>
                <c:pt idx="7">
                  <c:v>4T21</c:v>
                </c:pt>
                <c:pt idx="8">
                  <c:v>1T22</c:v>
                </c:pt>
                <c:pt idx="9">
                  <c:v>2T22</c:v>
                </c:pt>
                <c:pt idx="10">
                  <c:v>3T22</c:v>
                </c:pt>
                <c:pt idx="11">
                  <c:v>4T22</c:v>
                </c:pt>
                <c:pt idx="12">
                  <c:v>1T23</c:v>
                </c:pt>
                <c:pt idx="13">
                  <c:v>2T23</c:v>
                </c:pt>
                <c:pt idx="14">
                  <c:v>3T23</c:v>
                </c:pt>
                <c:pt idx="15">
                  <c:v>4T23</c:v>
                </c:pt>
                <c:pt idx="16">
                  <c:v>1T24</c:v>
                </c:pt>
                <c:pt idx="17">
                  <c:v>2T24</c:v>
                </c:pt>
                <c:pt idx="18">
                  <c:v>3T24</c:v>
                </c:pt>
                <c:pt idx="19">
                  <c:v>4T24</c:v>
                </c:pt>
                <c:pt idx="20">
                  <c:v>1T25</c:v>
                </c:pt>
                <c:pt idx="21">
                  <c:v>2T25</c:v>
                </c:pt>
                <c:pt idx="22">
                  <c:v>3T25</c:v>
                </c:pt>
                <c:pt idx="23">
                  <c:v>4T25</c:v>
                </c:pt>
                <c:pt idx="24">
                  <c:v>1T26</c:v>
                </c:pt>
                <c:pt idx="25">
                  <c:v>2T26</c:v>
                </c:pt>
                <c:pt idx="26">
                  <c:v>3T26</c:v>
                </c:pt>
                <c:pt idx="27">
                  <c:v>4T26</c:v>
                </c:pt>
                <c:pt idx="28">
                  <c:v>1T27</c:v>
                </c:pt>
                <c:pt idx="29">
                  <c:v>2T27</c:v>
                </c:pt>
                <c:pt idx="30">
                  <c:v>3T27</c:v>
                </c:pt>
                <c:pt idx="31">
                  <c:v>4T27</c:v>
                </c:pt>
              </c:strCache>
            </c:strRef>
          </c:cat>
          <c:val>
            <c:numRef>
              <c:f>Sheet1!$D$2:$D$33</c:f>
              <c:numCache>
                <c:formatCode>0.0</c:formatCode>
                <c:ptCount val="32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A20E-4272-8569-AE3A4C37C3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-2113994440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7665806480072338E-2"/>
          <c:y val="5.4822682754933412E-2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Extrativa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F19-43F7-918B-CDE9232972F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-2.6</c:v>
                </c:pt>
                <c:pt idx="1">
                  <c:v>-2.2999999999999998</c:v>
                </c:pt>
                <c:pt idx="2">
                  <c:v>-2.1</c:v>
                </c:pt>
                <c:pt idx="3">
                  <c:v>-1.9</c:v>
                </c:pt>
                <c:pt idx="4">
                  <c:v>-0.1</c:v>
                </c:pt>
                <c:pt idx="5">
                  <c:v>1.3</c:v>
                </c:pt>
                <c:pt idx="6">
                  <c:v>2.2999999999999998</c:v>
                </c:pt>
                <c:pt idx="7">
                  <c:v>3.3</c:v>
                </c:pt>
                <c:pt idx="8">
                  <c:v>4.7</c:v>
                </c:pt>
                <c:pt idx="9">
                  <c:v>3.8</c:v>
                </c:pt>
                <c:pt idx="10">
                  <c:v>5.4</c:v>
                </c:pt>
                <c:pt idx="11">
                  <c:v>7.3</c:v>
                </c:pt>
                <c:pt idx="12">
                  <c:v>7.7</c:v>
                </c:pt>
                <c:pt idx="13">
                  <c:v>7.7</c:v>
                </c:pt>
                <c:pt idx="14">
                  <c:v>7.6</c:v>
                </c:pt>
                <c:pt idx="15">
                  <c:v>7.3</c:v>
                </c:pt>
                <c:pt idx="16">
                  <c:v>6.3</c:v>
                </c:pt>
                <c:pt idx="17">
                  <c:v>5.4</c:v>
                </c:pt>
                <c:pt idx="18">
                  <c:v>4.7</c:v>
                </c:pt>
                <c:pt idx="19">
                  <c:v>4.9000000000000004</c:v>
                </c:pt>
                <c:pt idx="20">
                  <c:v>3.8</c:v>
                </c:pt>
                <c:pt idx="21">
                  <c:v>3.6</c:v>
                </c:pt>
                <c:pt idx="22">
                  <c:v>2.1</c:v>
                </c:pt>
                <c:pt idx="23">
                  <c:v>0</c:v>
                </c:pt>
                <c:pt idx="24">
                  <c:v>-1</c:v>
                </c:pt>
                <c:pt idx="25">
                  <c:v>-1.7</c:v>
                </c:pt>
                <c:pt idx="26">
                  <c:v>-1.3</c:v>
                </c:pt>
                <c:pt idx="27">
                  <c:v>-0.5</c:v>
                </c:pt>
                <c:pt idx="28">
                  <c:v>0.3</c:v>
                </c:pt>
                <c:pt idx="29">
                  <c:v>0.5</c:v>
                </c:pt>
                <c:pt idx="30">
                  <c:v>1.1000000000000001</c:v>
                </c:pt>
                <c:pt idx="31">
                  <c:v>1.1000000000000001</c:v>
                </c:pt>
                <c:pt idx="32">
                  <c:v>1.8</c:v>
                </c:pt>
                <c:pt idx="33">
                  <c:v>2.8</c:v>
                </c:pt>
                <c:pt idx="34">
                  <c:v>3.6</c:v>
                </c:pt>
                <c:pt idx="35">
                  <c:v>4.9000000000000004</c:v>
                </c:pt>
                <c:pt idx="36">
                  <c:v>6.3</c:v>
                </c:pt>
                <c:pt idx="37">
                  <c:v>7.3</c:v>
                </c:pt>
                <c:pt idx="38">
                  <c:v>7.2</c:v>
                </c:pt>
                <c:pt idx="39">
                  <c:v>7.3</c:v>
                </c:pt>
                <c:pt idx="40">
                  <c:v>6.8</c:v>
                </c:pt>
                <c:pt idx="41">
                  <c:v>6.9</c:v>
                </c:pt>
                <c:pt idx="42">
                  <c:v>6.5</c:v>
                </c:pt>
                <c:pt idx="43">
                  <c:v>6.3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9-43F7-918B-CDE9232972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19-43F7-918B-CDE9232972F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9-43F7-918B-CDE9232972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0.1</c:v>
                </c:pt>
                <c:pt idx="1">
                  <c:v>0</c:v>
                </c:pt>
                <c:pt idx="2">
                  <c:v>0.3</c:v>
                </c:pt>
                <c:pt idx="3">
                  <c:v>0</c:v>
                </c:pt>
                <c:pt idx="4">
                  <c:v>-0.1</c:v>
                </c:pt>
                <c:pt idx="5">
                  <c:v>-0.3</c:v>
                </c:pt>
                <c:pt idx="6">
                  <c:v>-0.5</c:v>
                </c:pt>
                <c:pt idx="7">
                  <c:v>-0.8</c:v>
                </c:pt>
                <c:pt idx="8">
                  <c:v>-0.9</c:v>
                </c:pt>
                <c:pt idx="9">
                  <c:v>-0.7</c:v>
                </c:pt>
                <c:pt idx="10">
                  <c:v>-0.9</c:v>
                </c:pt>
                <c:pt idx="11">
                  <c:v>-1.1000000000000001</c:v>
                </c:pt>
                <c:pt idx="12">
                  <c:v>-0.9</c:v>
                </c:pt>
                <c:pt idx="13">
                  <c:v>-0.2</c:v>
                </c:pt>
                <c:pt idx="14">
                  <c:v>-0.5</c:v>
                </c:pt>
                <c:pt idx="15">
                  <c:v>0.5</c:v>
                </c:pt>
                <c:pt idx="16">
                  <c:v>0.4</c:v>
                </c:pt>
                <c:pt idx="17">
                  <c:v>0.8</c:v>
                </c:pt>
                <c:pt idx="18">
                  <c:v>1.7</c:v>
                </c:pt>
                <c:pt idx="19">
                  <c:v>1.9</c:v>
                </c:pt>
                <c:pt idx="20">
                  <c:v>2.4</c:v>
                </c:pt>
                <c:pt idx="21">
                  <c:v>2.9</c:v>
                </c:pt>
                <c:pt idx="22">
                  <c:v>3.2</c:v>
                </c:pt>
                <c:pt idx="23">
                  <c:v>3.7</c:v>
                </c:pt>
                <c:pt idx="24">
                  <c:v>3.6</c:v>
                </c:pt>
                <c:pt idx="25">
                  <c:v>3.4</c:v>
                </c:pt>
                <c:pt idx="26">
                  <c:v>4</c:v>
                </c:pt>
                <c:pt idx="27">
                  <c:v>3</c:v>
                </c:pt>
                <c:pt idx="28">
                  <c:v>3.3</c:v>
                </c:pt>
                <c:pt idx="29">
                  <c:v>2.8</c:v>
                </c:pt>
                <c:pt idx="30">
                  <c:v>2.1</c:v>
                </c:pt>
                <c:pt idx="31">
                  <c:v>1.7</c:v>
                </c:pt>
                <c:pt idx="32">
                  <c:v>1.5</c:v>
                </c:pt>
                <c:pt idx="33">
                  <c:v>0.6</c:v>
                </c:pt>
                <c:pt idx="34">
                  <c:v>0.1</c:v>
                </c:pt>
                <c:pt idx="35">
                  <c:v>-0.2</c:v>
                </c:pt>
                <c:pt idx="36">
                  <c:v>-0.6</c:v>
                </c:pt>
                <c:pt idx="37">
                  <c:v>-0.9</c:v>
                </c:pt>
                <c:pt idx="38">
                  <c:v>-0.8</c:v>
                </c:pt>
                <c:pt idx="39">
                  <c:v>-0.5</c:v>
                </c:pt>
                <c:pt idx="40">
                  <c:v>-0.7</c:v>
                </c:pt>
                <c:pt idx="41">
                  <c:v>-0.5</c:v>
                </c:pt>
                <c:pt idx="42">
                  <c:v>-0.5</c:v>
                </c:pt>
                <c:pt idx="43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5A1-4789-A9AE-11AE2ABEA4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1.711776054859831E-16"/>
                  <c:y val="-4.8225308641975398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5A1-4789-A9AE-11AE2ABEA44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-4.0999999999999996</c:v>
                </c:pt>
                <c:pt idx="1">
                  <c:v>-4.0999999999999996</c:v>
                </c:pt>
                <c:pt idx="2">
                  <c:v>-3.6</c:v>
                </c:pt>
                <c:pt idx="3">
                  <c:v>-3.6</c:v>
                </c:pt>
                <c:pt idx="4">
                  <c:v>-3.7</c:v>
                </c:pt>
                <c:pt idx="5">
                  <c:v>-3.6</c:v>
                </c:pt>
                <c:pt idx="6">
                  <c:v>-3.8</c:v>
                </c:pt>
                <c:pt idx="7">
                  <c:v>-3.7</c:v>
                </c:pt>
                <c:pt idx="8">
                  <c:v>-3.1</c:v>
                </c:pt>
                <c:pt idx="9">
                  <c:v>-2.4</c:v>
                </c:pt>
                <c:pt idx="10">
                  <c:v>-1.4</c:v>
                </c:pt>
                <c:pt idx="11">
                  <c:v>-1.1000000000000001</c:v>
                </c:pt>
                <c:pt idx="12">
                  <c:v>-0.1</c:v>
                </c:pt>
                <c:pt idx="13">
                  <c:v>0.8</c:v>
                </c:pt>
                <c:pt idx="14">
                  <c:v>0.8</c:v>
                </c:pt>
                <c:pt idx="15">
                  <c:v>2.6</c:v>
                </c:pt>
                <c:pt idx="16">
                  <c:v>3.5</c:v>
                </c:pt>
                <c:pt idx="17">
                  <c:v>3.8</c:v>
                </c:pt>
                <c:pt idx="18">
                  <c:v>5.2</c:v>
                </c:pt>
                <c:pt idx="19">
                  <c:v>5.5</c:v>
                </c:pt>
                <c:pt idx="20">
                  <c:v>6</c:v>
                </c:pt>
                <c:pt idx="21">
                  <c:v>6.8</c:v>
                </c:pt>
                <c:pt idx="22">
                  <c:v>7.3</c:v>
                </c:pt>
                <c:pt idx="23">
                  <c:v>7.5</c:v>
                </c:pt>
                <c:pt idx="24">
                  <c:v>7.5</c:v>
                </c:pt>
                <c:pt idx="25">
                  <c:v>7.5</c:v>
                </c:pt>
                <c:pt idx="26">
                  <c:v>8.4</c:v>
                </c:pt>
                <c:pt idx="27">
                  <c:v>7</c:v>
                </c:pt>
                <c:pt idx="28">
                  <c:v>6.6</c:v>
                </c:pt>
                <c:pt idx="29">
                  <c:v>6.6</c:v>
                </c:pt>
                <c:pt idx="30">
                  <c:v>5.8</c:v>
                </c:pt>
                <c:pt idx="31">
                  <c:v>5.3</c:v>
                </c:pt>
                <c:pt idx="32">
                  <c:v>5.0999999999999996</c:v>
                </c:pt>
                <c:pt idx="33">
                  <c:v>4.0999999999999996</c:v>
                </c:pt>
                <c:pt idx="34">
                  <c:v>3.2</c:v>
                </c:pt>
                <c:pt idx="35">
                  <c:v>2.7</c:v>
                </c:pt>
                <c:pt idx="36">
                  <c:v>1.5</c:v>
                </c:pt>
                <c:pt idx="37">
                  <c:v>0.5</c:v>
                </c:pt>
                <c:pt idx="38">
                  <c:v>-0.1</c:v>
                </c:pt>
                <c:pt idx="39">
                  <c:v>0</c:v>
                </c:pt>
                <c:pt idx="40">
                  <c:v>-0.4</c:v>
                </c:pt>
                <c:pt idx="41">
                  <c:v>-0.4</c:v>
                </c:pt>
                <c:pt idx="42">
                  <c:v>-0.7</c:v>
                </c:pt>
                <c:pt idx="43">
                  <c:v>-0.6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5A1-4789-A9AE-11AE2ABEA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Sheet1!$B$2:$B$45</c:f>
              <c:numCache>
                <c:formatCode>0.0</c:formatCode>
                <c:ptCount val="44"/>
                <c:pt idx="0">
                  <c:v>100</c:v>
                </c:pt>
                <c:pt idx="1">
                  <c:v>102.9776905219357</c:v>
                </c:pt>
                <c:pt idx="2">
                  <c:v>102.98910863681994</c:v>
                </c:pt>
                <c:pt idx="3">
                  <c:v>103.82168201119455</c:v>
                </c:pt>
                <c:pt idx="4">
                  <c:v>102.31705817414654</c:v>
                </c:pt>
                <c:pt idx="5">
                  <c:v>102.28114555559118</c:v>
                </c:pt>
                <c:pt idx="6">
                  <c:v>102.79397175480042</c:v>
                </c:pt>
                <c:pt idx="7">
                  <c:v>102.39224990707172</c:v>
                </c:pt>
                <c:pt idx="8">
                  <c:v>102.41309820607729</c:v>
                </c:pt>
                <c:pt idx="9">
                  <c:v>102.74295485828802</c:v>
                </c:pt>
                <c:pt idx="10">
                  <c:v>103.49787905768886</c:v>
                </c:pt>
                <c:pt idx="11">
                  <c:v>104.78772645553242</c:v>
                </c:pt>
                <c:pt idx="12">
                  <c:v>104.35225973284408</c:v>
                </c:pt>
                <c:pt idx="13">
                  <c:v>104.54900494075716</c:v>
                </c:pt>
                <c:pt idx="14">
                  <c:v>104.57603680329146</c:v>
                </c:pt>
                <c:pt idx="15">
                  <c:v>104.51310231180364</c:v>
                </c:pt>
                <c:pt idx="16">
                  <c:v>105.47850742162484</c:v>
                </c:pt>
                <c:pt idx="17">
                  <c:v>106.4556603031904</c:v>
                </c:pt>
                <c:pt idx="18">
                  <c:v>106.95883654703819</c:v>
                </c:pt>
                <c:pt idx="19">
                  <c:v>107.08431593554269</c:v>
                </c:pt>
                <c:pt idx="20">
                  <c:v>107.93905623636357</c:v>
                </c:pt>
                <c:pt idx="21">
                  <c:v>108.15363288353153</c:v>
                </c:pt>
                <c:pt idx="22">
                  <c:v>107.9099964846591</c:v>
                </c:pt>
                <c:pt idx="23">
                  <c:v>107.26725551373575</c:v>
                </c:pt>
                <c:pt idx="24">
                  <c:v>107.9427324098346</c:v>
                </c:pt>
                <c:pt idx="25">
                  <c:v>108.46191199580358</c:v>
                </c:pt>
                <c:pt idx="26">
                  <c:v>109.91645795891057</c:v>
                </c:pt>
                <c:pt idx="27">
                  <c:v>109.40411126058885</c:v>
                </c:pt>
                <c:pt idx="28">
                  <c:v>108.77526582580192</c:v>
                </c:pt>
                <c:pt idx="29">
                  <c:v>108.71249116794328</c:v>
                </c:pt>
                <c:pt idx="30">
                  <c:v>108.49002273533479</c:v>
                </c:pt>
                <c:pt idx="31">
                  <c:v>108.7290539277666</c:v>
                </c:pt>
                <c:pt idx="32">
                  <c:v>108.60235580783961</c:v>
                </c:pt>
                <c:pt idx="33">
                  <c:v>108.62570150730105</c:v>
                </c:pt>
                <c:pt idx="34">
                  <c:v>109.13995621957105</c:v>
                </c:pt>
                <c:pt idx="35">
                  <c:v>109.36194515129203</c:v>
                </c:pt>
                <c:pt idx="36">
                  <c:v>110.03715232814164</c:v>
                </c:pt>
                <c:pt idx="37">
                  <c:v>110.7096123644898</c:v>
                </c:pt>
                <c:pt idx="38">
                  <c:v>110.54248632598329</c:v>
                </c:pt>
                <c:pt idx="39">
                  <c:v>110.92707600658476</c:v>
                </c:pt>
                <c:pt idx="40">
                  <c:v>111.13492965172551</c:v>
                </c:pt>
                <c:pt idx="41">
                  <c:v>110.2587516653915</c:v>
                </c:pt>
                <c:pt idx="42">
                  <c:v>109.91746690869475</c:v>
                </c:pt>
                <c:pt idx="43">
                  <c:v>110.29143764255787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B6-4874-B962-E9636E5521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4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5B6-4874-B962-E9636E5521C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Sheet1!$A$2:$A$45</c:f>
              <c:strCache>
                <c:ptCount val="44"/>
                <c:pt idx="0">
                  <c:v>jan/23</c:v>
                </c:pt>
                <c:pt idx="1">
                  <c:v>fev/23</c:v>
                </c:pt>
                <c:pt idx="2">
                  <c:v>mar/23</c:v>
                </c:pt>
                <c:pt idx="3">
                  <c:v>abr/23</c:v>
                </c:pt>
                <c:pt idx="4">
                  <c:v>mai/23</c:v>
                </c:pt>
                <c:pt idx="5">
                  <c:v>jun/23</c:v>
                </c:pt>
                <c:pt idx="6">
                  <c:v>jul/23</c:v>
                </c:pt>
                <c:pt idx="7">
                  <c:v>ago/23</c:v>
                </c:pt>
                <c:pt idx="8">
                  <c:v>set/23</c:v>
                </c:pt>
                <c:pt idx="9">
                  <c:v>out/23</c:v>
                </c:pt>
                <c:pt idx="10">
                  <c:v>nov/23</c:v>
                </c:pt>
                <c:pt idx="11">
                  <c:v>dez/23</c:v>
                </c:pt>
                <c:pt idx="12">
                  <c:v>jan/24</c:v>
                </c:pt>
                <c:pt idx="13">
                  <c:v>fev/24</c:v>
                </c:pt>
                <c:pt idx="14">
                  <c:v>mar/24</c:v>
                </c:pt>
                <c:pt idx="15">
                  <c:v>abr/24</c:v>
                </c:pt>
                <c:pt idx="16">
                  <c:v>mai/24</c:v>
                </c:pt>
                <c:pt idx="17">
                  <c:v>jun/24</c:v>
                </c:pt>
                <c:pt idx="18">
                  <c:v>jul/24</c:v>
                </c:pt>
                <c:pt idx="19">
                  <c:v>ago/24</c:v>
                </c:pt>
                <c:pt idx="20">
                  <c:v>set/24</c:v>
                </c:pt>
                <c:pt idx="21">
                  <c:v>out/24</c:v>
                </c:pt>
                <c:pt idx="22">
                  <c:v>nov/24</c:v>
                </c:pt>
                <c:pt idx="23">
                  <c:v>dez/24</c:v>
                </c:pt>
                <c:pt idx="24">
                  <c:v>jan/25</c:v>
                </c:pt>
                <c:pt idx="25">
                  <c:v>fev/25</c:v>
                </c:pt>
                <c:pt idx="26">
                  <c:v>mar/25</c:v>
                </c:pt>
                <c:pt idx="27">
                  <c:v>abr/25</c:v>
                </c:pt>
                <c:pt idx="28">
                  <c:v>mai/25</c:v>
                </c:pt>
                <c:pt idx="29">
                  <c:v>jun/25</c:v>
                </c:pt>
                <c:pt idx="30">
                  <c:v>jul/25</c:v>
                </c:pt>
                <c:pt idx="31">
                  <c:v>ago/25</c:v>
                </c:pt>
                <c:pt idx="32">
                  <c:v>set/25</c:v>
                </c:pt>
                <c:pt idx="33">
                  <c:v>out/25</c:v>
                </c:pt>
                <c:pt idx="34">
                  <c:v>nov/25</c:v>
                </c:pt>
                <c:pt idx="35">
                  <c:v>dez/25</c:v>
                </c:pt>
                <c:pt idx="36">
                  <c:v>jan/26</c:v>
                </c:pt>
                <c:pt idx="37">
                  <c:v>fev/26</c:v>
                </c:pt>
                <c:pt idx="38">
                  <c:v>mar/26</c:v>
                </c:pt>
                <c:pt idx="39">
                  <c:v>abr/26</c:v>
                </c:pt>
                <c:pt idx="40">
                  <c:v>mai/26</c:v>
                </c:pt>
                <c:pt idx="41">
                  <c:v>jun/26</c:v>
                </c:pt>
                <c:pt idx="42">
                  <c:v>jul/26</c:v>
                </c:pt>
                <c:pt idx="43">
                  <c:v>ago/26</c:v>
                </c:pt>
              </c:strCache>
            </c:strRef>
          </c:cat>
          <c:val>
            <c:numRef>
              <c:f>Sheet1!$C$2:$C$45</c:f>
              <c:numCache>
                <c:formatCode>0.0</c:formatCode>
                <c:ptCount val="44"/>
                <c:pt idx="0">
                  <c:v>100</c:v>
                </c:pt>
                <c:pt idx="1">
                  <c:v>102.38359761640238</c:v>
                </c:pt>
                <c:pt idx="2">
                  <c:v>102.44419755580245</c:v>
                </c:pt>
                <c:pt idx="3">
                  <c:v>104.68639531360469</c:v>
                </c:pt>
                <c:pt idx="4">
                  <c:v>102.69669730330271</c:v>
                </c:pt>
                <c:pt idx="5">
                  <c:v>103.17139682860316</c:v>
                </c:pt>
                <c:pt idx="6">
                  <c:v>102.95929704070295</c:v>
                </c:pt>
                <c:pt idx="7">
                  <c:v>104.25209574790424</c:v>
                </c:pt>
                <c:pt idx="8">
                  <c:v>104.47429552570446</c:v>
                </c:pt>
                <c:pt idx="9">
                  <c:v>104.16119583880415</c:v>
                </c:pt>
                <c:pt idx="10">
                  <c:v>104.24199575800424</c:v>
                </c:pt>
                <c:pt idx="11">
                  <c:v>105.90849409150591</c:v>
                </c:pt>
                <c:pt idx="12">
                  <c:v>105.15099484900514</c:v>
                </c:pt>
                <c:pt idx="13">
                  <c:v>105.42369457630541</c:v>
                </c:pt>
                <c:pt idx="14">
                  <c:v>105.92869407130591</c:v>
                </c:pt>
                <c:pt idx="15">
                  <c:v>107.36289263710736</c:v>
                </c:pt>
                <c:pt idx="16">
                  <c:v>107.78709221290779</c:v>
                </c:pt>
                <c:pt idx="17">
                  <c:v>108.09009190990808</c:v>
                </c:pt>
                <c:pt idx="18">
                  <c:v>109.54449045550953</c:v>
                </c:pt>
                <c:pt idx="19">
                  <c:v>109.71619028380969</c:v>
                </c:pt>
                <c:pt idx="20">
                  <c:v>110.4029895970104</c:v>
                </c:pt>
                <c:pt idx="21">
                  <c:v>111.06958893041106</c:v>
                </c:pt>
                <c:pt idx="22">
                  <c:v>111.21098878901121</c:v>
                </c:pt>
                <c:pt idx="23">
                  <c:v>110.48378951621048</c:v>
                </c:pt>
                <c:pt idx="24">
                  <c:v>113.43298656701344</c:v>
                </c:pt>
                <c:pt idx="25">
                  <c:v>112.47348752651247</c:v>
                </c:pt>
                <c:pt idx="26">
                  <c:v>115.23078476921522</c:v>
                </c:pt>
                <c:pt idx="27">
                  <c:v>112.64518735481263</c:v>
                </c:pt>
                <c:pt idx="28">
                  <c:v>112.05938794061205</c:v>
                </c:pt>
                <c:pt idx="29">
                  <c:v>112.32198767801232</c:v>
                </c:pt>
                <c:pt idx="30">
                  <c:v>112.73608726391274</c:v>
                </c:pt>
                <c:pt idx="31">
                  <c:v>111.63518836481163</c:v>
                </c:pt>
                <c:pt idx="32">
                  <c:v>113.42288657711342</c:v>
                </c:pt>
                <c:pt idx="33">
                  <c:v>113.25118674881325</c:v>
                </c:pt>
                <c:pt idx="34">
                  <c:v>113.66528633471367</c:v>
                </c:pt>
                <c:pt idx="35">
                  <c:v>113.63498636501363</c:v>
                </c:pt>
                <c:pt idx="36">
                  <c:v>114.18038581961416</c:v>
                </c:pt>
                <c:pt idx="37">
                  <c:v>114.6045853954146</c:v>
                </c:pt>
                <c:pt idx="38">
                  <c:v>114.67528532471466</c:v>
                </c:pt>
                <c:pt idx="39">
                  <c:v>114.82678517321483</c:v>
                </c:pt>
                <c:pt idx="40">
                  <c:v>115.56408443591557</c:v>
                </c:pt>
                <c:pt idx="41">
                  <c:v>115.71558428441571</c:v>
                </c:pt>
                <c:pt idx="42">
                  <c:v>114.40258559741439</c:v>
                </c:pt>
                <c:pt idx="43">
                  <c:v>114.40258559741439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B6-4874-B962-E9636E5521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20"/>
          <c:min val="95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Sheet1!$B$2:$B$59</c:f>
              <c:numCache>
                <c:formatCode>0.0</c:formatCode>
                <c:ptCount val="58"/>
                <c:pt idx="0">
                  <c:v>8</c:v>
                </c:pt>
                <c:pt idx="1">
                  <c:v>7.6</c:v>
                </c:pt>
                <c:pt idx="2">
                  <c:v>7.1</c:v>
                </c:pt>
                <c:pt idx="3">
                  <c:v>6.9</c:v>
                </c:pt>
                <c:pt idx="4">
                  <c:v>8</c:v>
                </c:pt>
                <c:pt idx="5">
                  <c:v>7.5</c:v>
                </c:pt>
                <c:pt idx="6">
                  <c:v>7</c:v>
                </c:pt>
                <c:pt idx="7">
                  <c:v>6.2</c:v>
                </c:pt>
                <c:pt idx="8">
                  <c:v>7.2</c:v>
                </c:pt>
                <c:pt idx="9">
                  <c:v>6.9</c:v>
                </c:pt>
                <c:pt idx="10">
                  <c:v>6.8</c:v>
                </c:pt>
                <c:pt idx="11">
                  <c:v>6.6</c:v>
                </c:pt>
                <c:pt idx="12">
                  <c:v>8</c:v>
                </c:pt>
                <c:pt idx="13">
                  <c:v>8.4</c:v>
                </c:pt>
                <c:pt idx="14">
                  <c:v>9</c:v>
                </c:pt>
                <c:pt idx="15">
                  <c:v>9.1</c:v>
                </c:pt>
                <c:pt idx="16">
                  <c:v>11</c:v>
                </c:pt>
                <c:pt idx="17">
                  <c:v>11.4</c:v>
                </c:pt>
                <c:pt idx="18">
                  <c:v>11.9</c:v>
                </c:pt>
                <c:pt idx="19">
                  <c:v>12.1</c:v>
                </c:pt>
                <c:pt idx="20">
                  <c:v>13.9</c:v>
                </c:pt>
                <c:pt idx="21">
                  <c:v>13.1</c:v>
                </c:pt>
                <c:pt idx="22">
                  <c:v>12.5</c:v>
                </c:pt>
                <c:pt idx="23">
                  <c:v>11.9</c:v>
                </c:pt>
                <c:pt idx="24">
                  <c:v>13.2</c:v>
                </c:pt>
                <c:pt idx="25">
                  <c:v>12.6</c:v>
                </c:pt>
                <c:pt idx="26">
                  <c:v>12</c:v>
                </c:pt>
                <c:pt idx="27">
                  <c:v>11.7</c:v>
                </c:pt>
                <c:pt idx="28">
                  <c:v>12.8</c:v>
                </c:pt>
                <c:pt idx="29">
                  <c:v>12.1</c:v>
                </c:pt>
                <c:pt idx="30">
                  <c:v>11.9</c:v>
                </c:pt>
                <c:pt idx="31">
                  <c:v>11.1</c:v>
                </c:pt>
                <c:pt idx="32">
                  <c:v>12.4</c:v>
                </c:pt>
                <c:pt idx="33">
                  <c:v>13.6</c:v>
                </c:pt>
                <c:pt idx="34">
                  <c:v>14.9</c:v>
                </c:pt>
                <c:pt idx="35">
                  <c:v>14.2</c:v>
                </c:pt>
                <c:pt idx="36">
                  <c:v>14.9</c:v>
                </c:pt>
                <c:pt idx="37">
                  <c:v>14.2</c:v>
                </c:pt>
                <c:pt idx="38">
                  <c:v>12.7</c:v>
                </c:pt>
                <c:pt idx="39">
                  <c:v>11.1</c:v>
                </c:pt>
                <c:pt idx="40">
                  <c:v>11.1</c:v>
                </c:pt>
                <c:pt idx="41">
                  <c:v>9.3000000000000007</c:v>
                </c:pt>
                <c:pt idx="42">
                  <c:v>8.6999999999999993</c:v>
                </c:pt>
                <c:pt idx="43">
                  <c:v>7.9</c:v>
                </c:pt>
                <c:pt idx="44">
                  <c:v>8.8000000000000007</c:v>
                </c:pt>
                <c:pt idx="45">
                  <c:v>8</c:v>
                </c:pt>
                <c:pt idx="46">
                  <c:v>7.7</c:v>
                </c:pt>
                <c:pt idx="47">
                  <c:v>7.4</c:v>
                </c:pt>
                <c:pt idx="48">
                  <c:v>7.9</c:v>
                </c:pt>
                <c:pt idx="49">
                  <c:v>6.9</c:v>
                </c:pt>
                <c:pt idx="50">
                  <c:v>6.4</c:v>
                </c:pt>
                <c:pt idx="51">
                  <c:v>6.2</c:v>
                </c:pt>
                <c:pt idx="52">
                  <c:v>7</c:v>
                </c:pt>
                <c:pt idx="53">
                  <c:v>5.8</c:v>
                </c:pt>
                <c:pt idx="54">
                  <c:v>5.6</c:v>
                </c:pt>
                <c:pt idx="55">
                  <c:v>5.0999999999999996</c:v>
                </c:pt>
                <c:pt idx="56">
                  <c:v>6.1</c:v>
                </c:pt>
                <c:pt idx="57">
                  <c:v>5.4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47-4F8E-A5CB-54AA6FEF31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347-4F8E-A5CB-54AA6FEF31D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1T12</c:v>
                </c:pt>
                <c:pt idx="1">
                  <c:v>2T12</c:v>
                </c:pt>
                <c:pt idx="2">
                  <c:v>3T12</c:v>
                </c:pt>
                <c:pt idx="3">
                  <c:v>4T12</c:v>
                </c:pt>
                <c:pt idx="4">
                  <c:v>1T13</c:v>
                </c:pt>
                <c:pt idx="5">
                  <c:v>2T13</c:v>
                </c:pt>
                <c:pt idx="6">
                  <c:v>3T13</c:v>
                </c:pt>
                <c:pt idx="7">
                  <c:v>4T13</c:v>
                </c:pt>
                <c:pt idx="8">
                  <c:v>1T14</c:v>
                </c:pt>
                <c:pt idx="9">
                  <c:v>2T14</c:v>
                </c:pt>
                <c:pt idx="10">
                  <c:v>3T14</c:v>
                </c:pt>
                <c:pt idx="11">
                  <c:v>4T14</c:v>
                </c:pt>
                <c:pt idx="12">
                  <c:v>1T15</c:v>
                </c:pt>
                <c:pt idx="13">
                  <c:v>2T15</c:v>
                </c:pt>
                <c:pt idx="14">
                  <c:v>3T15</c:v>
                </c:pt>
                <c:pt idx="15">
                  <c:v>4T15</c:v>
                </c:pt>
                <c:pt idx="16">
                  <c:v>1T16</c:v>
                </c:pt>
                <c:pt idx="17">
                  <c:v>2T16</c:v>
                </c:pt>
                <c:pt idx="18">
                  <c:v>3T16</c:v>
                </c:pt>
                <c:pt idx="19">
                  <c:v>4T16</c:v>
                </c:pt>
                <c:pt idx="20">
                  <c:v>1T17</c:v>
                </c:pt>
                <c:pt idx="21">
                  <c:v>2T17</c:v>
                </c:pt>
                <c:pt idx="22">
                  <c:v>3T17</c:v>
                </c:pt>
                <c:pt idx="23">
                  <c:v>4T17</c:v>
                </c:pt>
                <c:pt idx="24">
                  <c:v>1T18</c:v>
                </c:pt>
                <c:pt idx="25">
                  <c:v>2T18</c:v>
                </c:pt>
                <c:pt idx="26">
                  <c:v>3T18</c:v>
                </c:pt>
                <c:pt idx="27">
                  <c:v>4T18</c:v>
                </c:pt>
                <c:pt idx="28">
                  <c:v>1T19</c:v>
                </c:pt>
                <c:pt idx="29">
                  <c:v>2T19</c:v>
                </c:pt>
                <c:pt idx="30">
                  <c:v>3T19</c:v>
                </c:pt>
                <c:pt idx="31">
                  <c:v>4T19</c:v>
                </c:pt>
                <c:pt idx="32">
                  <c:v>1T20</c:v>
                </c:pt>
                <c:pt idx="33">
                  <c:v>2T20</c:v>
                </c:pt>
                <c:pt idx="34">
                  <c:v>3T20</c:v>
                </c:pt>
                <c:pt idx="35">
                  <c:v>4T20</c:v>
                </c:pt>
                <c:pt idx="36">
                  <c:v>1T21</c:v>
                </c:pt>
                <c:pt idx="37">
                  <c:v>2T21</c:v>
                </c:pt>
                <c:pt idx="38">
                  <c:v>3T21</c:v>
                </c:pt>
                <c:pt idx="39">
                  <c:v>4T21</c:v>
                </c:pt>
                <c:pt idx="40">
                  <c:v>1T22</c:v>
                </c:pt>
                <c:pt idx="41">
                  <c:v>2T22</c:v>
                </c:pt>
                <c:pt idx="42">
                  <c:v>3T22</c:v>
                </c:pt>
                <c:pt idx="43">
                  <c:v>4T22</c:v>
                </c:pt>
                <c:pt idx="44">
                  <c:v>1T23</c:v>
                </c:pt>
                <c:pt idx="45">
                  <c:v>2T23</c:v>
                </c:pt>
                <c:pt idx="46">
                  <c:v>3T23</c:v>
                </c:pt>
                <c:pt idx="47">
                  <c:v>4T23</c:v>
                </c:pt>
                <c:pt idx="48">
                  <c:v>1T24</c:v>
                </c:pt>
                <c:pt idx="49">
                  <c:v>2T24</c:v>
                </c:pt>
                <c:pt idx="50">
                  <c:v>3T24</c:v>
                </c:pt>
                <c:pt idx="51">
                  <c:v>4T24</c:v>
                </c:pt>
                <c:pt idx="52">
                  <c:v>1T25</c:v>
                </c:pt>
                <c:pt idx="53">
                  <c:v>2T25</c:v>
                </c:pt>
                <c:pt idx="54">
                  <c:v>3T25</c:v>
                </c:pt>
                <c:pt idx="55">
                  <c:v>4T25</c:v>
                </c:pt>
                <c:pt idx="56">
                  <c:v>1T26</c:v>
                </c:pt>
                <c:pt idx="57">
                  <c:v>2T26</c:v>
                </c:pt>
              </c:strCache>
            </c:strRef>
          </c:cat>
          <c:val>
            <c:numRef>
              <c:f>Sheet1!$C$2:$C$59</c:f>
              <c:numCache>
                <c:formatCode>0.0</c:formatCode>
                <c:ptCount val="58"/>
                <c:pt idx="0">
                  <c:v>4.0999999999999996</c:v>
                </c:pt>
                <c:pt idx="1">
                  <c:v>3.8</c:v>
                </c:pt>
                <c:pt idx="2">
                  <c:v>3.2</c:v>
                </c:pt>
                <c:pt idx="3">
                  <c:v>2.7</c:v>
                </c:pt>
                <c:pt idx="4">
                  <c:v>3.7</c:v>
                </c:pt>
                <c:pt idx="5">
                  <c:v>3.5</c:v>
                </c:pt>
                <c:pt idx="6">
                  <c:v>2.8</c:v>
                </c:pt>
                <c:pt idx="7">
                  <c:v>2.6</c:v>
                </c:pt>
                <c:pt idx="8">
                  <c:v>3.1</c:v>
                </c:pt>
                <c:pt idx="9">
                  <c:v>2.8</c:v>
                </c:pt>
                <c:pt idx="10">
                  <c:v>3</c:v>
                </c:pt>
                <c:pt idx="11">
                  <c:v>2.7</c:v>
                </c:pt>
                <c:pt idx="12">
                  <c:v>3.9</c:v>
                </c:pt>
                <c:pt idx="13">
                  <c:v>4</c:v>
                </c:pt>
                <c:pt idx="14">
                  <c:v>4.4000000000000004</c:v>
                </c:pt>
                <c:pt idx="15">
                  <c:v>4.3</c:v>
                </c:pt>
                <c:pt idx="16">
                  <c:v>6.1</c:v>
                </c:pt>
                <c:pt idx="17">
                  <c:v>6.8</c:v>
                </c:pt>
                <c:pt idx="18">
                  <c:v>6.4</c:v>
                </c:pt>
                <c:pt idx="19">
                  <c:v>6.2</c:v>
                </c:pt>
                <c:pt idx="20">
                  <c:v>7.9</c:v>
                </c:pt>
                <c:pt idx="21">
                  <c:v>7.5</c:v>
                </c:pt>
                <c:pt idx="22">
                  <c:v>6.8</c:v>
                </c:pt>
                <c:pt idx="23">
                  <c:v>6.4</c:v>
                </c:pt>
                <c:pt idx="24">
                  <c:v>6.6</c:v>
                </c:pt>
                <c:pt idx="25">
                  <c:v>6.6</c:v>
                </c:pt>
                <c:pt idx="26">
                  <c:v>6.2</c:v>
                </c:pt>
                <c:pt idx="27">
                  <c:v>6.4</c:v>
                </c:pt>
                <c:pt idx="28">
                  <c:v>7.3</c:v>
                </c:pt>
                <c:pt idx="29">
                  <c:v>6.1</c:v>
                </c:pt>
                <c:pt idx="30">
                  <c:v>5.8</c:v>
                </c:pt>
                <c:pt idx="31">
                  <c:v>5.5</c:v>
                </c:pt>
                <c:pt idx="32">
                  <c:v>5.8</c:v>
                </c:pt>
                <c:pt idx="33">
                  <c:v>7.2</c:v>
                </c:pt>
                <c:pt idx="34">
                  <c:v>6.7</c:v>
                </c:pt>
                <c:pt idx="35">
                  <c:v>5.4</c:v>
                </c:pt>
                <c:pt idx="36">
                  <c:v>6.4</c:v>
                </c:pt>
                <c:pt idx="37">
                  <c:v>5.9</c:v>
                </c:pt>
                <c:pt idx="38">
                  <c:v>5.3</c:v>
                </c:pt>
                <c:pt idx="39">
                  <c:v>4.4000000000000004</c:v>
                </c:pt>
                <c:pt idx="40">
                  <c:v>4.5999999999999996</c:v>
                </c:pt>
                <c:pt idx="41">
                  <c:v>4</c:v>
                </c:pt>
                <c:pt idx="42">
                  <c:v>3.8</c:v>
                </c:pt>
                <c:pt idx="43">
                  <c:v>3.3</c:v>
                </c:pt>
                <c:pt idx="44">
                  <c:v>3.9</c:v>
                </c:pt>
                <c:pt idx="45">
                  <c:v>3.5</c:v>
                </c:pt>
                <c:pt idx="46">
                  <c:v>3.6</c:v>
                </c:pt>
                <c:pt idx="47">
                  <c:v>3.2</c:v>
                </c:pt>
                <c:pt idx="48">
                  <c:v>3.9</c:v>
                </c:pt>
                <c:pt idx="49">
                  <c:v>3.2</c:v>
                </c:pt>
                <c:pt idx="50">
                  <c:v>2.8</c:v>
                </c:pt>
                <c:pt idx="51">
                  <c:v>2.7</c:v>
                </c:pt>
                <c:pt idx="52">
                  <c:v>3</c:v>
                </c:pt>
                <c:pt idx="53">
                  <c:v>2.2000000000000002</c:v>
                </c:pt>
                <c:pt idx="54">
                  <c:v>2.2999999999999998</c:v>
                </c:pt>
                <c:pt idx="55">
                  <c:v>2.2000000000000002</c:v>
                </c:pt>
                <c:pt idx="56">
                  <c:v>2.7</c:v>
                </c:pt>
                <c:pt idx="57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47-4F8E-A5CB-54AA6FEF3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8"/>
        <c:tickMarkSkip val="8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Limite inferior</c:v>
                </c:pt>
              </c:strCache>
            </c:strRef>
          </c:tx>
          <c:spPr>
            <a:noFill/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Sheet1!$B$2:$B$59</c:f>
              <c:numCache>
                <c:formatCode>0.00</c:formatCode>
                <c:ptCount val="58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1.75</c:v>
                </c:pt>
                <c:pt idx="13">
                  <c:v>1.75</c:v>
                </c:pt>
                <c:pt idx="14">
                  <c:v>1.75</c:v>
                </c:pt>
                <c:pt idx="15">
                  <c:v>1.75</c:v>
                </c:pt>
                <c:pt idx="16">
                  <c:v>1.75</c:v>
                </c:pt>
                <c:pt idx="17">
                  <c:v>1.75</c:v>
                </c:pt>
                <c:pt idx="18">
                  <c:v>1.75</c:v>
                </c:pt>
                <c:pt idx="19">
                  <c:v>1.75</c:v>
                </c:pt>
                <c:pt idx="20">
                  <c:v>1.75</c:v>
                </c:pt>
                <c:pt idx="21">
                  <c:v>1.75</c:v>
                </c:pt>
                <c:pt idx="22">
                  <c:v>1.75</c:v>
                </c:pt>
                <c:pt idx="23">
                  <c:v>1.75</c:v>
                </c:pt>
                <c:pt idx="24">
                  <c:v>1.5</c:v>
                </c:pt>
                <c:pt idx="25">
                  <c:v>1.5</c:v>
                </c:pt>
                <c:pt idx="26">
                  <c:v>1.5</c:v>
                </c:pt>
                <c:pt idx="27">
                  <c:v>1.5</c:v>
                </c:pt>
                <c:pt idx="28">
                  <c:v>1.5</c:v>
                </c:pt>
                <c:pt idx="29">
                  <c:v>1.5</c:v>
                </c:pt>
                <c:pt idx="30">
                  <c:v>1.5</c:v>
                </c:pt>
                <c:pt idx="31">
                  <c:v>1.5</c:v>
                </c:pt>
                <c:pt idx="32">
                  <c:v>1.5</c:v>
                </c:pt>
                <c:pt idx="33">
                  <c:v>1.5</c:v>
                </c:pt>
                <c:pt idx="34">
                  <c:v>1.5</c:v>
                </c:pt>
                <c:pt idx="35">
                  <c:v>1.5</c:v>
                </c:pt>
                <c:pt idx="36">
                  <c:v>1.5</c:v>
                </c:pt>
                <c:pt idx="37">
                  <c:v>1.5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1.5</c:v>
                </c:pt>
                <c:pt idx="42">
                  <c:v>1.5</c:v>
                </c:pt>
                <c:pt idx="43">
                  <c:v>1.5</c:v>
                </c:pt>
                <c:pt idx="44">
                  <c:v>1.5</c:v>
                </c:pt>
                <c:pt idx="45">
                  <c:v>1.5</c:v>
                </c:pt>
                <c:pt idx="46">
                  <c:v>1.5</c:v>
                </c:pt>
                <c:pt idx="47">
                  <c:v>1.5</c:v>
                </c:pt>
                <c:pt idx="48">
                  <c:v>1.5</c:v>
                </c:pt>
                <c:pt idx="49">
                  <c:v>1.5</c:v>
                </c:pt>
                <c:pt idx="50">
                  <c:v>1.5</c:v>
                </c:pt>
                <c:pt idx="51">
                  <c:v>1.5</c:v>
                </c:pt>
                <c:pt idx="52">
                  <c:v>1.5</c:v>
                </c:pt>
                <c:pt idx="53">
                  <c:v>1.5</c:v>
                </c:pt>
                <c:pt idx="54">
                  <c:v>1.5</c:v>
                </c:pt>
                <c:pt idx="55">
                  <c:v>1.5</c:v>
                </c:pt>
                <c:pt idx="56">
                  <c:v>1.5</c:v>
                </c:pt>
                <c:pt idx="57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23-4980-B3BB-87A12C2121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Intervalo de tolerância</c:v>
                </c:pt>
              </c:strCache>
            </c:strRef>
          </c:tx>
          <c:spPr>
            <a:solidFill>
              <a:srgbClr val="E4E7EC"/>
            </a:solidFill>
            <a:ln w="19050">
              <a:noFill/>
            </a:ln>
          </c:spP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Sheet1!$C$2:$C$59</c:f>
              <c:numCache>
                <c:formatCode>0.00</c:formatCode>
                <c:ptCount val="58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3</c:v>
                </c:pt>
                <c:pt idx="17">
                  <c:v>3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8791784"/>
        <c:axId val="2140495176"/>
      </c:area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Meta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Sheet1!$D$2:$D$59</c:f>
              <c:numCache>
                <c:formatCode>0.00</c:formatCode>
                <c:ptCount val="58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3.25</c:v>
                </c:pt>
                <c:pt idx="13">
                  <c:v>3.25</c:v>
                </c:pt>
                <c:pt idx="14">
                  <c:v>3.25</c:v>
                </c:pt>
                <c:pt idx="15">
                  <c:v>3.25</c:v>
                </c:pt>
                <c:pt idx="16">
                  <c:v>3.25</c:v>
                </c:pt>
                <c:pt idx="17">
                  <c:v>3.25</c:v>
                </c:pt>
                <c:pt idx="18">
                  <c:v>3.25</c:v>
                </c:pt>
                <c:pt idx="19">
                  <c:v>3.25</c:v>
                </c:pt>
                <c:pt idx="20">
                  <c:v>3.25</c:v>
                </c:pt>
                <c:pt idx="21">
                  <c:v>3.25</c:v>
                </c:pt>
                <c:pt idx="22">
                  <c:v>3.25</c:v>
                </c:pt>
                <c:pt idx="23">
                  <c:v>3.25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3</c:v>
                </c:pt>
                <c:pt idx="34">
                  <c:v>3</c:v>
                </c:pt>
                <c:pt idx="35">
                  <c:v>3</c:v>
                </c:pt>
                <c:pt idx="36">
                  <c:v>3</c:v>
                </c:pt>
                <c:pt idx="37">
                  <c:v>3</c:v>
                </c:pt>
                <c:pt idx="38">
                  <c:v>3</c:v>
                </c:pt>
                <c:pt idx="39">
                  <c:v>3</c:v>
                </c:pt>
                <c:pt idx="40">
                  <c:v>3</c:v>
                </c:pt>
                <c:pt idx="41">
                  <c:v>3</c:v>
                </c:pt>
                <c:pt idx="42">
                  <c:v>3</c:v>
                </c:pt>
                <c:pt idx="43">
                  <c:v>3</c:v>
                </c:pt>
                <c:pt idx="44">
                  <c:v>3</c:v>
                </c:pt>
                <c:pt idx="45">
                  <c:v>3</c:v>
                </c:pt>
                <c:pt idx="46">
                  <c:v>3</c:v>
                </c:pt>
                <c:pt idx="47">
                  <c:v>3</c:v>
                </c:pt>
                <c:pt idx="48">
                  <c:v>3</c:v>
                </c:pt>
                <c:pt idx="49">
                  <c:v>3</c:v>
                </c:pt>
                <c:pt idx="50">
                  <c:v>3</c:v>
                </c:pt>
                <c:pt idx="51">
                  <c:v>3</c:v>
                </c:pt>
                <c:pt idx="52">
                  <c:v>3</c:v>
                </c:pt>
                <c:pt idx="53">
                  <c:v>3</c:v>
                </c:pt>
                <c:pt idx="54">
                  <c:v>3</c:v>
                </c:pt>
                <c:pt idx="55">
                  <c:v>3</c:v>
                </c:pt>
                <c:pt idx="56">
                  <c:v>3</c:v>
                </c:pt>
                <c:pt idx="57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023-4980-B3BB-87A12C2121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IPCA 12 meses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Sheet1!$E$2:$E$59</c:f>
              <c:numCache>
                <c:formatCode>0.00</c:formatCode>
                <c:ptCount val="58"/>
                <c:pt idx="0">
                  <c:v>10.38</c:v>
                </c:pt>
                <c:pt idx="1">
                  <c:v>10.54</c:v>
                </c:pt>
                <c:pt idx="2">
                  <c:v>11.3</c:v>
                </c:pt>
                <c:pt idx="3">
                  <c:v>12.13</c:v>
                </c:pt>
                <c:pt idx="4">
                  <c:v>11.73</c:v>
                </c:pt>
                <c:pt idx="5">
                  <c:v>11.89</c:v>
                </c:pt>
                <c:pt idx="6">
                  <c:v>10.07</c:v>
                </c:pt>
                <c:pt idx="7">
                  <c:v>8.73</c:v>
                </c:pt>
                <c:pt idx="8">
                  <c:v>7.17</c:v>
                </c:pt>
                <c:pt idx="9">
                  <c:v>6.47</c:v>
                </c:pt>
                <c:pt idx="10">
                  <c:v>5.9</c:v>
                </c:pt>
                <c:pt idx="11">
                  <c:v>5.79</c:v>
                </c:pt>
                <c:pt idx="12">
                  <c:v>5.77</c:v>
                </c:pt>
                <c:pt idx="13">
                  <c:v>5.6</c:v>
                </c:pt>
                <c:pt idx="14">
                  <c:v>4.6500000000000004</c:v>
                </c:pt>
                <c:pt idx="15">
                  <c:v>4.18</c:v>
                </c:pt>
                <c:pt idx="16">
                  <c:v>3.94</c:v>
                </c:pt>
                <c:pt idx="17">
                  <c:v>3.16</c:v>
                </c:pt>
                <c:pt idx="18">
                  <c:v>3.99</c:v>
                </c:pt>
                <c:pt idx="19">
                  <c:v>4.6100000000000003</c:v>
                </c:pt>
                <c:pt idx="20">
                  <c:v>5.19</c:v>
                </c:pt>
                <c:pt idx="21">
                  <c:v>4.82</c:v>
                </c:pt>
                <c:pt idx="22">
                  <c:v>4.68</c:v>
                </c:pt>
                <c:pt idx="23">
                  <c:v>4.62</c:v>
                </c:pt>
                <c:pt idx="24">
                  <c:v>4.51</c:v>
                </c:pt>
                <c:pt idx="25">
                  <c:v>4.5</c:v>
                </c:pt>
                <c:pt idx="26">
                  <c:v>3.93</c:v>
                </c:pt>
                <c:pt idx="27">
                  <c:v>3.69</c:v>
                </c:pt>
                <c:pt idx="28">
                  <c:v>3.93</c:v>
                </c:pt>
                <c:pt idx="29">
                  <c:v>4.2300000000000004</c:v>
                </c:pt>
                <c:pt idx="30">
                  <c:v>4.5</c:v>
                </c:pt>
                <c:pt idx="31">
                  <c:v>4.24</c:v>
                </c:pt>
                <c:pt idx="32">
                  <c:v>4.42</c:v>
                </c:pt>
                <c:pt idx="33">
                  <c:v>4.76</c:v>
                </c:pt>
                <c:pt idx="34">
                  <c:v>4.87</c:v>
                </c:pt>
                <c:pt idx="35">
                  <c:v>4.83</c:v>
                </c:pt>
                <c:pt idx="36">
                  <c:v>4.5599999999999996</c:v>
                </c:pt>
                <c:pt idx="37">
                  <c:v>5.0599999999999996</c:v>
                </c:pt>
                <c:pt idx="38">
                  <c:v>5.48</c:v>
                </c:pt>
                <c:pt idx="39">
                  <c:v>5.53</c:v>
                </c:pt>
                <c:pt idx="40">
                  <c:v>5.32</c:v>
                </c:pt>
                <c:pt idx="41">
                  <c:v>5.35</c:v>
                </c:pt>
                <c:pt idx="42">
                  <c:v>5.23</c:v>
                </c:pt>
                <c:pt idx="43">
                  <c:v>5.13</c:v>
                </c:pt>
                <c:pt idx="44">
                  <c:v>5.17</c:v>
                </c:pt>
                <c:pt idx="45">
                  <c:v>4.68</c:v>
                </c:pt>
                <c:pt idx="46">
                  <c:v>4.46</c:v>
                </c:pt>
                <c:pt idx="47">
                  <c:v>4.26</c:v>
                </c:pt>
                <c:pt idx="48">
                  <c:v>4.4400000000000004</c:v>
                </c:pt>
                <c:pt idx="49">
                  <c:v>3.81</c:v>
                </c:pt>
                <c:pt idx="50">
                  <c:v>4.1399999999999997</c:v>
                </c:pt>
                <c:pt idx="51">
                  <c:v>4.3899999999999997</c:v>
                </c:pt>
                <c:pt idx="52">
                  <c:v>4.72</c:v>
                </c:pt>
                <c:pt idx="53">
                  <c:v>4.6399999999999997</c:v>
                </c:pt>
                <c:pt idx="54">
                  <c:v>4.4400000000000004</c:v>
                </c:pt>
                <c:pt idx="55">
                  <c:v>4.22</c:v>
                </c:pt>
                <c:pt idx="56">
                  <c:v>4.58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023-4980-B3BB-87A12C2121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Selic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5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23-4980-B3BB-87A12C2121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Sheet1!$A$2:$A$59</c:f>
              <c:strCache>
                <c:ptCount val="58"/>
                <c:pt idx="0">
                  <c:v>jan/22</c:v>
                </c:pt>
                <c:pt idx="1">
                  <c:v>fev/22</c:v>
                </c:pt>
                <c:pt idx="2">
                  <c:v>mar/22</c:v>
                </c:pt>
                <c:pt idx="3">
                  <c:v>abr/22</c:v>
                </c:pt>
                <c:pt idx="4">
                  <c:v>mai/22</c:v>
                </c:pt>
                <c:pt idx="5">
                  <c:v>jun/22</c:v>
                </c:pt>
                <c:pt idx="6">
                  <c:v>jul/22</c:v>
                </c:pt>
                <c:pt idx="7">
                  <c:v>ago/22</c:v>
                </c:pt>
                <c:pt idx="8">
                  <c:v>set/22</c:v>
                </c:pt>
                <c:pt idx="9">
                  <c:v>out/22</c:v>
                </c:pt>
                <c:pt idx="10">
                  <c:v>nov/22</c:v>
                </c:pt>
                <c:pt idx="11">
                  <c:v>dez/22</c:v>
                </c:pt>
                <c:pt idx="12">
                  <c:v>jan/23</c:v>
                </c:pt>
                <c:pt idx="13">
                  <c:v>fev/23</c:v>
                </c:pt>
                <c:pt idx="14">
                  <c:v>mar/23</c:v>
                </c:pt>
                <c:pt idx="15">
                  <c:v>abr/23</c:v>
                </c:pt>
                <c:pt idx="16">
                  <c:v>mai/23</c:v>
                </c:pt>
                <c:pt idx="17">
                  <c:v>jun/23</c:v>
                </c:pt>
                <c:pt idx="18">
                  <c:v>jul/23</c:v>
                </c:pt>
                <c:pt idx="19">
                  <c:v>ago/23</c:v>
                </c:pt>
                <c:pt idx="20">
                  <c:v>set/23</c:v>
                </c:pt>
                <c:pt idx="21">
                  <c:v>out/23</c:v>
                </c:pt>
                <c:pt idx="22">
                  <c:v>nov/23</c:v>
                </c:pt>
                <c:pt idx="23">
                  <c:v>dez/23</c:v>
                </c:pt>
                <c:pt idx="24">
                  <c:v>jan/24</c:v>
                </c:pt>
                <c:pt idx="25">
                  <c:v>fev/24</c:v>
                </c:pt>
                <c:pt idx="26">
                  <c:v>mar/24</c:v>
                </c:pt>
                <c:pt idx="27">
                  <c:v>abr/24</c:v>
                </c:pt>
                <c:pt idx="28">
                  <c:v>mai/24</c:v>
                </c:pt>
                <c:pt idx="29">
                  <c:v>jun/24</c:v>
                </c:pt>
                <c:pt idx="30">
                  <c:v>jul/24</c:v>
                </c:pt>
                <c:pt idx="31">
                  <c:v>ago/24</c:v>
                </c:pt>
                <c:pt idx="32">
                  <c:v>set/24</c:v>
                </c:pt>
                <c:pt idx="33">
                  <c:v>out/24</c:v>
                </c:pt>
                <c:pt idx="34">
                  <c:v>nov/24</c:v>
                </c:pt>
                <c:pt idx="35">
                  <c:v>dez/24</c:v>
                </c:pt>
                <c:pt idx="36">
                  <c:v>jan/25</c:v>
                </c:pt>
                <c:pt idx="37">
                  <c:v>fev/25</c:v>
                </c:pt>
                <c:pt idx="38">
                  <c:v>mar/25</c:v>
                </c:pt>
                <c:pt idx="39">
                  <c:v>abr/25</c:v>
                </c:pt>
                <c:pt idx="40">
                  <c:v>mai/25</c:v>
                </c:pt>
                <c:pt idx="41">
                  <c:v>jun/25</c:v>
                </c:pt>
                <c:pt idx="42">
                  <c:v>jul/25</c:v>
                </c:pt>
                <c:pt idx="43">
                  <c:v>ago/25</c:v>
                </c:pt>
                <c:pt idx="44">
                  <c:v>set/25</c:v>
                </c:pt>
                <c:pt idx="45">
                  <c:v>out/25</c:v>
                </c:pt>
                <c:pt idx="46">
                  <c:v>nov/25</c:v>
                </c:pt>
                <c:pt idx="47">
                  <c:v>dez/25</c:v>
                </c:pt>
                <c:pt idx="48">
                  <c:v>jan/26</c:v>
                </c:pt>
                <c:pt idx="49">
                  <c:v>fev/26</c:v>
                </c:pt>
                <c:pt idx="50">
                  <c:v>mar/26</c:v>
                </c:pt>
                <c:pt idx="51">
                  <c:v>abr/26</c:v>
                </c:pt>
                <c:pt idx="52">
                  <c:v>mai/26</c:v>
                </c:pt>
                <c:pt idx="53">
                  <c:v>jun/26</c:v>
                </c:pt>
                <c:pt idx="54">
                  <c:v>jul/26</c:v>
                </c:pt>
                <c:pt idx="55">
                  <c:v>ago/26</c:v>
                </c:pt>
                <c:pt idx="56">
                  <c:v>set/26</c:v>
                </c:pt>
                <c:pt idx="57">
                  <c:v>out/26</c:v>
                </c:pt>
              </c:strCache>
            </c:strRef>
          </c:cat>
          <c:val>
            <c:numRef>
              <c:f>Sheet1!$F$2:$F$59</c:f>
              <c:numCache>
                <c:formatCode>0.00</c:formatCode>
                <c:ptCount val="58"/>
                <c:pt idx="0">
                  <c:v>9.25</c:v>
                </c:pt>
                <c:pt idx="1">
                  <c:v>10.75</c:v>
                </c:pt>
                <c:pt idx="2">
                  <c:v>11.75</c:v>
                </c:pt>
                <c:pt idx="3">
                  <c:v>11.75</c:v>
                </c:pt>
                <c:pt idx="4">
                  <c:v>12.75</c:v>
                </c:pt>
                <c:pt idx="5">
                  <c:v>13.25</c:v>
                </c:pt>
                <c:pt idx="6">
                  <c:v>13.25</c:v>
                </c:pt>
                <c:pt idx="7">
                  <c:v>13.75</c:v>
                </c:pt>
                <c:pt idx="8">
                  <c:v>13.75</c:v>
                </c:pt>
                <c:pt idx="9">
                  <c:v>13.75</c:v>
                </c:pt>
                <c:pt idx="10">
                  <c:v>13.75</c:v>
                </c:pt>
                <c:pt idx="11">
                  <c:v>13.75</c:v>
                </c:pt>
                <c:pt idx="12">
                  <c:v>13.75</c:v>
                </c:pt>
                <c:pt idx="13">
                  <c:v>13.75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13.25</c:v>
                </c:pt>
                <c:pt idx="20">
                  <c:v>12.75</c:v>
                </c:pt>
                <c:pt idx="21">
                  <c:v>12.75</c:v>
                </c:pt>
                <c:pt idx="22">
                  <c:v>12.25</c:v>
                </c:pt>
                <c:pt idx="23">
                  <c:v>11.75</c:v>
                </c:pt>
                <c:pt idx="24">
                  <c:v>11.75</c:v>
                </c:pt>
                <c:pt idx="25">
                  <c:v>11.25</c:v>
                </c:pt>
                <c:pt idx="26">
                  <c:v>10.75</c:v>
                </c:pt>
                <c:pt idx="27">
                  <c:v>10.75</c:v>
                </c:pt>
                <c:pt idx="28">
                  <c:v>10.5</c:v>
                </c:pt>
                <c:pt idx="29">
                  <c:v>10.5</c:v>
                </c:pt>
                <c:pt idx="30">
                  <c:v>10.5</c:v>
                </c:pt>
                <c:pt idx="31">
                  <c:v>10.5</c:v>
                </c:pt>
                <c:pt idx="32">
                  <c:v>10.75</c:v>
                </c:pt>
                <c:pt idx="33">
                  <c:v>10.75</c:v>
                </c:pt>
                <c:pt idx="34">
                  <c:v>11.25</c:v>
                </c:pt>
                <c:pt idx="35">
                  <c:v>12.25</c:v>
                </c:pt>
                <c:pt idx="36">
                  <c:v>13.25</c:v>
                </c:pt>
                <c:pt idx="37">
                  <c:v>13.25</c:v>
                </c:pt>
                <c:pt idx="38">
                  <c:v>14.25</c:v>
                </c:pt>
                <c:pt idx="39">
                  <c:v>14.25</c:v>
                </c:pt>
                <c:pt idx="40">
                  <c:v>14.75</c:v>
                </c:pt>
                <c:pt idx="41">
                  <c:v>15</c:v>
                </c:pt>
                <c:pt idx="42">
                  <c:v>15</c:v>
                </c:pt>
                <c:pt idx="43">
                  <c:v>15</c:v>
                </c:pt>
                <c:pt idx="44">
                  <c:v>15</c:v>
                </c:pt>
                <c:pt idx="45">
                  <c:v>15</c:v>
                </c:pt>
                <c:pt idx="46">
                  <c:v>15</c:v>
                </c:pt>
                <c:pt idx="47">
                  <c:v>15</c:v>
                </c:pt>
                <c:pt idx="48">
                  <c:v>15</c:v>
                </c:pt>
                <c:pt idx="49">
                  <c:v>15</c:v>
                </c:pt>
                <c:pt idx="50">
                  <c:v>14.75</c:v>
                </c:pt>
                <c:pt idx="51">
                  <c:v>14.5</c:v>
                </c:pt>
                <c:pt idx="52">
                  <c:v>14.5</c:v>
                </c:pt>
                <c:pt idx="53">
                  <c:v>14.25</c:v>
                </c:pt>
                <c:pt idx="54">
                  <c:v>14.25</c:v>
                </c:pt>
                <c:pt idx="55">
                  <c:v>14</c:v>
                </c:pt>
                <c:pt idx="56">
                  <c:v>13.75</c:v>
                </c:pt>
                <c:pt idx="57">
                  <c:v>13.75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5023-4980-B3BB-87A12C2121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legendEntry>
        <c:idx val="0"/>
        <c:delete val="1"/>
      </c:legendEntry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Juro neutro (BC): 5,0%</c:v>
                </c:pt>
              </c:strCache>
            </c:strRef>
          </c:tx>
          <c:spPr>
            <a:ln w="19050">
              <a:solidFill>
                <a:srgbClr val="B9BEC8"/>
              </a:solidFill>
              <a:prstDash val="dash"/>
            </a:ln>
          </c:spPr>
          <c:marker>
            <c:symbol val="none"/>
          </c:marker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Sheet1!$B$2:$B$143</c:f>
              <c:numCache>
                <c:formatCode>0.0</c:formatCode>
                <c:ptCount val="142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5</c:v>
                </c:pt>
                <c:pt idx="106">
                  <c:v>5</c:v>
                </c:pt>
                <c:pt idx="107">
                  <c:v>5</c:v>
                </c:pt>
                <c:pt idx="108">
                  <c:v>5</c:v>
                </c:pt>
                <c:pt idx="109">
                  <c:v>5</c:v>
                </c:pt>
                <c:pt idx="110">
                  <c:v>5</c:v>
                </c:pt>
                <c:pt idx="111">
                  <c:v>5</c:v>
                </c:pt>
                <c:pt idx="112">
                  <c:v>5</c:v>
                </c:pt>
                <c:pt idx="113">
                  <c:v>5</c:v>
                </c:pt>
                <c:pt idx="114">
                  <c:v>5</c:v>
                </c:pt>
                <c:pt idx="115">
                  <c:v>5</c:v>
                </c:pt>
                <c:pt idx="116">
                  <c:v>5</c:v>
                </c:pt>
                <c:pt idx="117">
                  <c:v>5</c:v>
                </c:pt>
                <c:pt idx="118">
                  <c:v>5</c:v>
                </c:pt>
                <c:pt idx="119">
                  <c:v>5</c:v>
                </c:pt>
                <c:pt idx="120">
                  <c:v>5</c:v>
                </c:pt>
                <c:pt idx="121">
                  <c:v>5</c:v>
                </c:pt>
                <c:pt idx="122">
                  <c:v>5</c:v>
                </c:pt>
                <c:pt idx="123">
                  <c:v>5</c:v>
                </c:pt>
                <c:pt idx="124">
                  <c:v>5</c:v>
                </c:pt>
                <c:pt idx="125">
                  <c:v>5</c:v>
                </c:pt>
                <c:pt idx="126">
                  <c:v>5</c:v>
                </c:pt>
                <c:pt idx="127">
                  <c:v>5</c:v>
                </c:pt>
                <c:pt idx="128">
                  <c:v>5</c:v>
                </c:pt>
                <c:pt idx="129">
                  <c:v>5</c:v>
                </c:pt>
                <c:pt idx="130">
                  <c:v>5</c:v>
                </c:pt>
                <c:pt idx="131">
                  <c:v>5</c:v>
                </c:pt>
                <c:pt idx="132">
                  <c:v>5</c:v>
                </c:pt>
                <c:pt idx="133">
                  <c:v>5</c:v>
                </c:pt>
                <c:pt idx="134">
                  <c:v>5</c:v>
                </c:pt>
                <c:pt idx="135">
                  <c:v>5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5</c:v>
                </c:pt>
                <c:pt idx="140">
                  <c:v>5</c:v>
                </c:pt>
                <c:pt idx="141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41-4B24-861F-7BDE61DCFB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Selic real ex-ante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4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41-4B24-861F-7BDE61DCFB8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Sheet1!$A$2:$A$143</c:f>
              <c:strCache>
                <c:ptCount val="142"/>
                <c:pt idx="0">
                  <c:v>jan/15</c:v>
                </c:pt>
                <c:pt idx="1">
                  <c:v>fev/15</c:v>
                </c:pt>
                <c:pt idx="2">
                  <c:v>mar/15</c:v>
                </c:pt>
                <c:pt idx="3">
                  <c:v>abr/15</c:v>
                </c:pt>
                <c:pt idx="4">
                  <c:v>mai/15</c:v>
                </c:pt>
                <c:pt idx="5">
                  <c:v>jun/15</c:v>
                </c:pt>
                <c:pt idx="6">
                  <c:v>jul/15</c:v>
                </c:pt>
                <c:pt idx="7">
                  <c:v>ago/15</c:v>
                </c:pt>
                <c:pt idx="8">
                  <c:v>set/15</c:v>
                </c:pt>
                <c:pt idx="9">
                  <c:v>out/15</c:v>
                </c:pt>
                <c:pt idx="10">
                  <c:v>nov/15</c:v>
                </c:pt>
                <c:pt idx="11">
                  <c:v>dez/15</c:v>
                </c:pt>
                <c:pt idx="12">
                  <c:v>jan/16</c:v>
                </c:pt>
                <c:pt idx="13">
                  <c:v>fev/16</c:v>
                </c:pt>
                <c:pt idx="14">
                  <c:v>mar/16</c:v>
                </c:pt>
                <c:pt idx="15">
                  <c:v>abr/16</c:v>
                </c:pt>
                <c:pt idx="16">
                  <c:v>mai/16</c:v>
                </c:pt>
                <c:pt idx="17">
                  <c:v>jun/16</c:v>
                </c:pt>
                <c:pt idx="18">
                  <c:v>jul/16</c:v>
                </c:pt>
                <c:pt idx="19">
                  <c:v>ago/16</c:v>
                </c:pt>
                <c:pt idx="20">
                  <c:v>set/16</c:v>
                </c:pt>
                <c:pt idx="21">
                  <c:v>out/16</c:v>
                </c:pt>
                <c:pt idx="22">
                  <c:v>nov/16</c:v>
                </c:pt>
                <c:pt idx="23">
                  <c:v>dez/16</c:v>
                </c:pt>
                <c:pt idx="24">
                  <c:v>jan/17</c:v>
                </c:pt>
                <c:pt idx="25">
                  <c:v>fev/17</c:v>
                </c:pt>
                <c:pt idx="26">
                  <c:v>mar/17</c:v>
                </c:pt>
                <c:pt idx="27">
                  <c:v>abr/17</c:v>
                </c:pt>
                <c:pt idx="28">
                  <c:v>mai/17</c:v>
                </c:pt>
                <c:pt idx="29">
                  <c:v>jun/17</c:v>
                </c:pt>
                <c:pt idx="30">
                  <c:v>jul/17</c:v>
                </c:pt>
                <c:pt idx="31">
                  <c:v>ago/17</c:v>
                </c:pt>
                <c:pt idx="32">
                  <c:v>set/17</c:v>
                </c:pt>
                <c:pt idx="33">
                  <c:v>out/17</c:v>
                </c:pt>
                <c:pt idx="34">
                  <c:v>nov/17</c:v>
                </c:pt>
                <c:pt idx="35">
                  <c:v>dez/17</c:v>
                </c:pt>
                <c:pt idx="36">
                  <c:v>jan/18</c:v>
                </c:pt>
                <c:pt idx="37">
                  <c:v>fev/18</c:v>
                </c:pt>
                <c:pt idx="38">
                  <c:v>mar/18</c:v>
                </c:pt>
                <c:pt idx="39">
                  <c:v>abr/18</c:v>
                </c:pt>
                <c:pt idx="40">
                  <c:v>mai/18</c:v>
                </c:pt>
                <c:pt idx="41">
                  <c:v>jun/18</c:v>
                </c:pt>
                <c:pt idx="42">
                  <c:v>jul/18</c:v>
                </c:pt>
                <c:pt idx="43">
                  <c:v>ago/18</c:v>
                </c:pt>
                <c:pt idx="44">
                  <c:v>set/18</c:v>
                </c:pt>
                <c:pt idx="45">
                  <c:v>out/18</c:v>
                </c:pt>
                <c:pt idx="46">
                  <c:v>nov/18</c:v>
                </c:pt>
                <c:pt idx="47">
                  <c:v>dez/18</c:v>
                </c:pt>
                <c:pt idx="48">
                  <c:v>jan/19</c:v>
                </c:pt>
                <c:pt idx="49">
                  <c:v>fev/19</c:v>
                </c:pt>
                <c:pt idx="50">
                  <c:v>mar/19</c:v>
                </c:pt>
                <c:pt idx="51">
                  <c:v>abr/19</c:v>
                </c:pt>
                <c:pt idx="52">
                  <c:v>mai/19</c:v>
                </c:pt>
                <c:pt idx="53">
                  <c:v>jun/19</c:v>
                </c:pt>
                <c:pt idx="54">
                  <c:v>jul/19</c:v>
                </c:pt>
                <c:pt idx="55">
                  <c:v>ago/19</c:v>
                </c:pt>
                <c:pt idx="56">
                  <c:v>set/19</c:v>
                </c:pt>
                <c:pt idx="57">
                  <c:v>out/19</c:v>
                </c:pt>
                <c:pt idx="58">
                  <c:v>nov/19</c:v>
                </c:pt>
                <c:pt idx="59">
                  <c:v>dez/19</c:v>
                </c:pt>
                <c:pt idx="60">
                  <c:v>jan/20</c:v>
                </c:pt>
                <c:pt idx="61">
                  <c:v>fev/20</c:v>
                </c:pt>
                <c:pt idx="62">
                  <c:v>mar/20</c:v>
                </c:pt>
                <c:pt idx="63">
                  <c:v>abr/20</c:v>
                </c:pt>
                <c:pt idx="64">
                  <c:v>mai/20</c:v>
                </c:pt>
                <c:pt idx="65">
                  <c:v>jun/20</c:v>
                </c:pt>
                <c:pt idx="66">
                  <c:v>jul/20</c:v>
                </c:pt>
                <c:pt idx="67">
                  <c:v>ago/20</c:v>
                </c:pt>
                <c:pt idx="68">
                  <c:v>set/20</c:v>
                </c:pt>
                <c:pt idx="69">
                  <c:v>out/20</c:v>
                </c:pt>
                <c:pt idx="70">
                  <c:v>nov/20</c:v>
                </c:pt>
                <c:pt idx="71">
                  <c:v>dez/20</c:v>
                </c:pt>
                <c:pt idx="72">
                  <c:v>jan/21</c:v>
                </c:pt>
                <c:pt idx="73">
                  <c:v>fev/21</c:v>
                </c:pt>
                <c:pt idx="74">
                  <c:v>mar/21</c:v>
                </c:pt>
                <c:pt idx="75">
                  <c:v>abr/21</c:v>
                </c:pt>
                <c:pt idx="76">
                  <c:v>mai/21</c:v>
                </c:pt>
                <c:pt idx="77">
                  <c:v>jun/21</c:v>
                </c:pt>
                <c:pt idx="78">
                  <c:v>jul/21</c:v>
                </c:pt>
                <c:pt idx="79">
                  <c:v>ago/21</c:v>
                </c:pt>
                <c:pt idx="80">
                  <c:v>set/21</c:v>
                </c:pt>
                <c:pt idx="81">
                  <c:v>out/21</c:v>
                </c:pt>
                <c:pt idx="82">
                  <c:v>nov/21</c:v>
                </c:pt>
                <c:pt idx="83">
                  <c:v>dez/21</c:v>
                </c:pt>
                <c:pt idx="84">
                  <c:v>jan/22</c:v>
                </c:pt>
                <c:pt idx="85">
                  <c:v>fev/22</c:v>
                </c:pt>
                <c:pt idx="86">
                  <c:v>mar/22</c:v>
                </c:pt>
                <c:pt idx="87">
                  <c:v>abr/22</c:v>
                </c:pt>
                <c:pt idx="88">
                  <c:v>mai/22</c:v>
                </c:pt>
                <c:pt idx="89">
                  <c:v>jun/22</c:v>
                </c:pt>
                <c:pt idx="90">
                  <c:v>jul/22</c:v>
                </c:pt>
                <c:pt idx="91">
                  <c:v>ago/22</c:v>
                </c:pt>
                <c:pt idx="92">
                  <c:v>set/22</c:v>
                </c:pt>
                <c:pt idx="93">
                  <c:v>out/22</c:v>
                </c:pt>
                <c:pt idx="94">
                  <c:v>nov/22</c:v>
                </c:pt>
                <c:pt idx="95">
                  <c:v>dez/22</c:v>
                </c:pt>
                <c:pt idx="96">
                  <c:v>jan/23</c:v>
                </c:pt>
                <c:pt idx="97">
                  <c:v>fev/23</c:v>
                </c:pt>
                <c:pt idx="98">
                  <c:v>mar/23</c:v>
                </c:pt>
                <c:pt idx="99">
                  <c:v>abr/23</c:v>
                </c:pt>
                <c:pt idx="100">
                  <c:v>mai/23</c:v>
                </c:pt>
                <c:pt idx="101">
                  <c:v>jun/23</c:v>
                </c:pt>
                <c:pt idx="102">
                  <c:v>jul/23</c:v>
                </c:pt>
                <c:pt idx="103">
                  <c:v>ago/23</c:v>
                </c:pt>
                <c:pt idx="104">
                  <c:v>set/23</c:v>
                </c:pt>
                <c:pt idx="105">
                  <c:v>out/23</c:v>
                </c:pt>
                <c:pt idx="106">
                  <c:v>nov/23</c:v>
                </c:pt>
                <c:pt idx="107">
                  <c:v>dez/23</c:v>
                </c:pt>
                <c:pt idx="108">
                  <c:v>jan/24</c:v>
                </c:pt>
                <c:pt idx="109">
                  <c:v>fev/24</c:v>
                </c:pt>
                <c:pt idx="110">
                  <c:v>mar/24</c:v>
                </c:pt>
                <c:pt idx="111">
                  <c:v>abr/24</c:v>
                </c:pt>
                <c:pt idx="112">
                  <c:v>mai/24</c:v>
                </c:pt>
                <c:pt idx="113">
                  <c:v>jun/24</c:v>
                </c:pt>
                <c:pt idx="114">
                  <c:v>jul/24</c:v>
                </c:pt>
                <c:pt idx="115">
                  <c:v>ago/24</c:v>
                </c:pt>
                <c:pt idx="116">
                  <c:v>set/24</c:v>
                </c:pt>
                <c:pt idx="117">
                  <c:v>out/24</c:v>
                </c:pt>
                <c:pt idx="118">
                  <c:v>nov/24</c:v>
                </c:pt>
                <c:pt idx="119">
                  <c:v>dez/24</c:v>
                </c:pt>
                <c:pt idx="120">
                  <c:v>jan/25</c:v>
                </c:pt>
                <c:pt idx="121">
                  <c:v>fev/25</c:v>
                </c:pt>
                <c:pt idx="122">
                  <c:v>mar/25</c:v>
                </c:pt>
                <c:pt idx="123">
                  <c:v>abr/25</c:v>
                </c:pt>
                <c:pt idx="124">
                  <c:v>mai/25</c:v>
                </c:pt>
                <c:pt idx="125">
                  <c:v>jun/25</c:v>
                </c:pt>
                <c:pt idx="126">
                  <c:v>jul/25</c:v>
                </c:pt>
                <c:pt idx="127">
                  <c:v>ago/25</c:v>
                </c:pt>
                <c:pt idx="128">
                  <c:v>set/25</c:v>
                </c:pt>
                <c:pt idx="129">
                  <c:v>out/25</c:v>
                </c:pt>
                <c:pt idx="130">
                  <c:v>nov/25</c:v>
                </c:pt>
                <c:pt idx="131">
                  <c:v>dez/25</c:v>
                </c:pt>
                <c:pt idx="132">
                  <c:v>jan/26</c:v>
                </c:pt>
                <c:pt idx="133">
                  <c:v>fev/26</c:v>
                </c:pt>
                <c:pt idx="134">
                  <c:v>mar/26</c:v>
                </c:pt>
                <c:pt idx="135">
                  <c:v>abr/26</c:v>
                </c:pt>
                <c:pt idx="136">
                  <c:v>mai/26</c:v>
                </c:pt>
                <c:pt idx="137">
                  <c:v>jun/26</c:v>
                </c:pt>
                <c:pt idx="138">
                  <c:v>jul/26</c:v>
                </c:pt>
                <c:pt idx="139">
                  <c:v>ago/26</c:v>
                </c:pt>
                <c:pt idx="140">
                  <c:v>set/26</c:v>
                </c:pt>
                <c:pt idx="141">
                  <c:v>out/26</c:v>
                </c:pt>
              </c:strCache>
            </c:strRef>
          </c:cat>
          <c:val>
            <c:numRef>
              <c:f>Sheet1!$C$2:$C$143</c:f>
              <c:numCache>
                <c:formatCode>0.0</c:formatCode>
                <c:ptCount val="142"/>
                <c:pt idx="0">
                  <c:v>5.29</c:v>
                </c:pt>
                <c:pt idx="1">
                  <c:v>5.36</c:v>
                </c:pt>
                <c:pt idx="2">
                  <c:v>6.2</c:v>
                </c:pt>
                <c:pt idx="3">
                  <c:v>6.88</c:v>
                </c:pt>
                <c:pt idx="4">
                  <c:v>6.85</c:v>
                </c:pt>
                <c:pt idx="5">
                  <c:v>7.39</c:v>
                </c:pt>
                <c:pt idx="6">
                  <c:v>8.1199999999999992</c:v>
                </c:pt>
                <c:pt idx="7">
                  <c:v>8.14</c:v>
                </c:pt>
                <c:pt idx="8">
                  <c:v>7.73</c:v>
                </c:pt>
                <c:pt idx="9">
                  <c:v>7.31</c:v>
                </c:pt>
                <c:pt idx="10">
                  <c:v>6.75</c:v>
                </c:pt>
                <c:pt idx="11">
                  <c:v>6.84</c:v>
                </c:pt>
                <c:pt idx="12">
                  <c:v>6.96</c:v>
                </c:pt>
                <c:pt idx="13">
                  <c:v>7.01</c:v>
                </c:pt>
                <c:pt idx="14">
                  <c:v>7.31</c:v>
                </c:pt>
                <c:pt idx="15">
                  <c:v>7.59</c:v>
                </c:pt>
                <c:pt idx="16">
                  <c:v>7.84</c:v>
                </c:pt>
                <c:pt idx="17">
                  <c:v>7.89</c:v>
                </c:pt>
                <c:pt idx="18">
                  <c:v>8.24</c:v>
                </c:pt>
                <c:pt idx="19">
                  <c:v>8.52</c:v>
                </c:pt>
                <c:pt idx="20">
                  <c:v>8.65</c:v>
                </c:pt>
                <c:pt idx="21">
                  <c:v>8.6199999999999992</c:v>
                </c:pt>
                <c:pt idx="22">
                  <c:v>8.69</c:v>
                </c:pt>
                <c:pt idx="23">
                  <c:v>8.5399999999999991</c:v>
                </c:pt>
                <c:pt idx="24">
                  <c:v>7.88</c:v>
                </c:pt>
                <c:pt idx="25">
                  <c:v>7.36</c:v>
                </c:pt>
                <c:pt idx="26">
                  <c:v>7.34</c:v>
                </c:pt>
                <c:pt idx="27">
                  <c:v>6.32</c:v>
                </c:pt>
                <c:pt idx="28">
                  <c:v>6.4</c:v>
                </c:pt>
                <c:pt idx="29">
                  <c:v>5.54</c:v>
                </c:pt>
                <c:pt idx="30">
                  <c:v>4.5199999999999996</c:v>
                </c:pt>
                <c:pt idx="31">
                  <c:v>4.8499999999999996</c:v>
                </c:pt>
                <c:pt idx="32">
                  <c:v>4.12</c:v>
                </c:pt>
                <c:pt idx="33">
                  <c:v>3.36</c:v>
                </c:pt>
                <c:pt idx="34">
                  <c:v>3.41</c:v>
                </c:pt>
                <c:pt idx="35">
                  <c:v>2.98</c:v>
                </c:pt>
                <c:pt idx="36">
                  <c:v>2.85</c:v>
                </c:pt>
                <c:pt idx="37">
                  <c:v>2.62</c:v>
                </c:pt>
                <c:pt idx="38">
                  <c:v>2.4500000000000002</c:v>
                </c:pt>
                <c:pt idx="39">
                  <c:v>2.2999999999999998</c:v>
                </c:pt>
                <c:pt idx="40">
                  <c:v>2.04</c:v>
                </c:pt>
                <c:pt idx="41">
                  <c:v>2.38</c:v>
                </c:pt>
                <c:pt idx="42">
                  <c:v>2.73</c:v>
                </c:pt>
                <c:pt idx="43">
                  <c:v>2.65</c:v>
                </c:pt>
                <c:pt idx="44">
                  <c:v>2.39</c:v>
                </c:pt>
                <c:pt idx="45">
                  <c:v>2.4900000000000002</c:v>
                </c:pt>
                <c:pt idx="46">
                  <c:v>2.67</c:v>
                </c:pt>
                <c:pt idx="47">
                  <c:v>2.5</c:v>
                </c:pt>
                <c:pt idx="48">
                  <c:v>2.37</c:v>
                </c:pt>
                <c:pt idx="49">
                  <c:v>2.36</c:v>
                </c:pt>
                <c:pt idx="50">
                  <c:v>2.5099999999999998</c:v>
                </c:pt>
                <c:pt idx="51">
                  <c:v>2.8</c:v>
                </c:pt>
                <c:pt idx="52">
                  <c:v>2.82</c:v>
                </c:pt>
                <c:pt idx="53">
                  <c:v>2.72</c:v>
                </c:pt>
                <c:pt idx="54">
                  <c:v>2.73</c:v>
                </c:pt>
                <c:pt idx="55">
                  <c:v>2.39</c:v>
                </c:pt>
                <c:pt idx="56">
                  <c:v>1.95</c:v>
                </c:pt>
                <c:pt idx="57">
                  <c:v>1.35</c:v>
                </c:pt>
                <c:pt idx="58">
                  <c:v>1.28</c:v>
                </c:pt>
                <c:pt idx="59">
                  <c:v>0.74</c:v>
                </c:pt>
                <c:pt idx="60">
                  <c:v>1.02</c:v>
                </c:pt>
                <c:pt idx="61">
                  <c:v>0.67</c:v>
                </c:pt>
                <c:pt idx="62">
                  <c:v>0.42</c:v>
                </c:pt>
                <c:pt idx="63">
                  <c:v>0.88</c:v>
                </c:pt>
                <c:pt idx="64">
                  <c:v>-0.1</c:v>
                </c:pt>
                <c:pt idx="65">
                  <c:v>-0.92</c:v>
                </c:pt>
                <c:pt idx="66">
                  <c:v>-0.7</c:v>
                </c:pt>
                <c:pt idx="67">
                  <c:v>-1</c:v>
                </c:pt>
                <c:pt idx="68">
                  <c:v>-1.19</c:v>
                </c:pt>
                <c:pt idx="69">
                  <c:v>-1.47</c:v>
                </c:pt>
                <c:pt idx="70">
                  <c:v>-1.77</c:v>
                </c:pt>
                <c:pt idx="71">
                  <c:v>-1.51</c:v>
                </c:pt>
                <c:pt idx="72">
                  <c:v>-1.54</c:v>
                </c:pt>
                <c:pt idx="73">
                  <c:v>-1.77</c:v>
                </c:pt>
                <c:pt idx="74">
                  <c:v>-1.19</c:v>
                </c:pt>
                <c:pt idx="75">
                  <c:v>-1.24</c:v>
                </c:pt>
                <c:pt idx="76">
                  <c:v>-0.61</c:v>
                </c:pt>
                <c:pt idx="77">
                  <c:v>0.04</c:v>
                </c:pt>
                <c:pt idx="78">
                  <c:v>-0.21</c:v>
                </c:pt>
                <c:pt idx="79">
                  <c:v>0.7</c:v>
                </c:pt>
                <c:pt idx="80">
                  <c:v>1.5</c:v>
                </c:pt>
                <c:pt idx="81">
                  <c:v>2.5</c:v>
                </c:pt>
                <c:pt idx="82">
                  <c:v>2.23</c:v>
                </c:pt>
                <c:pt idx="83">
                  <c:v>3.97</c:v>
                </c:pt>
                <c:pt idx="84">
                  <c:v>3.77</c:v>
                </c:pt>
                <c:pt idx="85">
                  <c:v>5.26</c:v>
                </c:pt>
                <c:pt idx="86">
                  <c:v>5.84</c:v>
                </c:pt>
                <c:pt idx="87">
                  <c:v>5.92</c:v>
                </c:pt>
                <c:pt idx="88">
                  <c:v>6.38</c:v>
                </c:pt>
                <c:pt idx="89">
                  <c:v>7.29</c:v>
                </c:pt>
                <c:pt idx="90">
                  <c:v>7.32</c:v>
                </c:pt>
                <c:pt idx="91">
                  <c:v>7.68</c:v>
                </c:pt>
                <c:pt idx="92">
                  <c:v>8.24</c:v>
                </c:pt>
                <c:pt idx="93">
                  <c:v>8.2200000000000006</c:v>
                </c:pt>
                <c:pt idx="94">
                  <c:v>8.09</c:v>
                </c:pt>
                <c:pt idx="95">
                  <c:v>8.02</c:v>
                </c:pt>
                <c:pt idx="96">
                  <c:v>7.65</c:v>
                </c:pt>
                <c:pt idx="97">
                  <c:v>7.71</c:v>
                </c:pt>
                <c:pt idx="98">
                  <c:v>8.06</c:v>
                </c:pt>
                <c:pt idx="99">
                  <c:v>8.09</c:v>
                </c:pt>
                <c:pt idx="100">
                  <c:v>8.68</c:v>
                </c:pt>
                <c:pt idx="101">
                  <c:v>9.19</c:v>
                </c:pt>
                <c:pt idx="102">
                  <c:v>9.25</c:v>
                </c:pt>
                <c:pt idx="103">
                  <c:v>8.75</c:v>
                </c:pt>
                <c:pt idx="104">
                  <c:v>8.39</c:v>
                </c:pt>
                <c:pt idx="105">
                  <c:v>8.49</c:v>
                </c:pt>
                <c:pt idx="106">
                  <c:v>8</c:v>
                </c:pt>
                <c:pt idx="107">
                  <c:v>7.58</c:v>
                </c:pt>
                <c:pt idx="108">
                  <c:v>7.65</c:v>
                </c:pt>
                <c:pt idx="109">
                  <c:v>7.37</c:v>
                </c:pt>
                <c:pt idx="110">
                  <c:v>7.05</c:v>
                </c:pt>
                <c:pt idx="111">
                  <c:v>6.94</c:v>
                </c:pt>
                <c:pt idx="112">
                  <c:v>6.62</c:v>
                </c:pt>
                <c:pt idx="113">
                  <c:v>6.65</c:v>
                </c:pt>
                <c:pt idx="114">
                  <c:v>6.55</c:v>
                </c:pt>
                <c:pt idx="115">
                  <c:v>6.39</c:v>
                </c:pt>
                <c:pt idx="116">
                  <c:v>6.54</c:v>
                </c:pt>
                <c:pt idx="117">
                  <c:v>6.48</c:v>
                </c:pt>
                <c:pt idx="118">
                  <c:v>6.55</c:v>
                </c:pt>
                <c:pt idx="119">
                  <c:v>6.96</c:v>
                </c:pt>
                <c:pt idx="120">
                  <c:v>7.11</c:v>
                </c:pt>
                <c:pt idx="121">
                  <c:v>7.35</c:v>
                </c:pt>
                <c:pt idx="122">
                  <c:v>8.69</c:v>
                </c:pt>
                <c:pt idx="123">
                  <c:v>8.83</c:v>
                </c:pt>
                <c:pt idx="124">
                  <c:v>9.49</c:v>
                </c:pt>
                <c:pt idx="125">
                  <c:v>9.8699999999999992</c:v>
                </c:pt>
                <c:pt idx="126">
                  <c:v>10.130000000000001</c:v>
                </c:pt>
                <c:pt idx="127">
                  <c:v>10.18</c:v>
                </c:pt>
                <c:pt idx="128">
                  <c:v>10.32</c:v>
                </c:pt>
                <c:pt idx="129">
                  <c:v>10.51</c:v>
                </c:pt>
                <c:pt idx="130">
                  <c:v>10.47</c:v>
                </c:pt>
                <c:pt idx="131">
                  <c:v>10.56</c:v>
                </c:pt>
                <c:pt idx="132">
                  <c:v>10.59</c:v>
                </c:pt>
                <c:pt idx="133">
                  <c:v>10.66</c:v>
                </c:pt>
                <c:pt idx="134">
                  <c:v>10.24</c:v>
                </c:pt>
                <c:pt idx="135">
                  <c:v>10.039999999999999</c:v>
                </c:pt>
                <c:pt idx="136">
                  <c:v>10.029999999999999</c:v>
                </c:pt>
                <c:pt idx="137">
                  <c:v>9.7200000000000006</c:v>
                </c:pt>
                <c:pt idx="138">
                  <c:v>9.66</c:v>
                </c:pt>
                <c:pt idx="139">
                  <c:v>9.0399999999999991</c:v>
                </c:pt>
                <c:pt idx="140">
                  <c:v>8.75</c:v>
                </c:pt>
                <c:pt idx="141">
                  <c:v>8.82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441-4B24-861F-7BDE61DCFB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12"/>
          <c:min val="-2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Consumo das famílias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Sheet1!$A$2:$A$19</c:f>
              <c:strCache>
                <c:ptCount val="18"/>
                <c:pt idx="0">
                  <c:v>1T22</c:v>
                </c:pt>
                <c:pt idx="1">
                  <c:v>2T22</c:v>
                </c:pt>
                <c:pt idx="2">
                  <c:v>3T22</c:v>
                </c:pt>
                <c:pt idx="3">
                  <c:v>4T22</c:v>
                </c:pt>
                <c:pt idx="4">
                  <c:v>1T23</c:v>
                </c:pt>
                <c:pt idx="5">
                  <c:v>2T23</c:v>
                </c:pt>
                <c:pt idx="6">
                  <c:v>3T23</c:v>
                </c:pt>
                <c:pt idx="7">
                  <c:v>4T23</c:v>
                </c:pt>
                <c:pt idx="8">
                  <c:v>1T24</c:v>
                </c:pt>
                <c:pt idx="9">
                  <c:v>2T24</c:v>
                </c:pt>
                <c:pt idx="10">
                  <c:v>3T24</c:v>
                </c:pt>
                <c:pt idx="11">
                  <c:v>4T24</c:v>
                </c:pt>
                <c:pt idx="12">
                  <c:v>1T25</c:v>
                </c:pt>
                <c:pt idx="13">
                  <c:v>2T25</c:v>
                </c:pt>
                <c:pt idx="14">
                  <c:v>3T25</c:v>
                </c:pt>
                <c:pt idx="15">
                  <c:v>4T25</c:v>
                </c:pt>
                <c:pt idx="16">
                  <c:v>1T26</c:v>
                </c:pt>
                <c:pt idx="17">
                  <c:v>2T26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3.8</c:v>
                </c:pt>
                <c:pt idx="1">
                  <c:v>2.9</c:v>
                </c:pt>
                <c:pt idx="2">
                  <c:v>3.1</c:v>
                </c:pt>
                <c:pt idx="3">
                  <c:v>4.0999999999999996</c:v>
                </c:pt>
                <c:pt idx="4">
                  <c:v>4.7</c:v>
                </c:pt>
                <c:pt idx="5">
                  <c:v>4.0999999999999996</c:v>
                </c:pt>
                <c:pt idx="6">
                  <c:v>3.7</c:v>
                </c:pt>
                <c:pt idx="7">
                  <c:v>3.2</c:v>
                </c:pt>
                <c:pt idx="8">
                  <c:v>3.5</c:v>
                </c:pt>
                <c:pt idx="9">
                  <c:v>4.0999999999999996</c:v>
                </c:pt>
                <c:pt idx="10">
                  <c:v>4.8</c:v>
                </c:pt>
                <c:pt idx="11">
                  <c:v>5.0999999999999996</c:v>
                </c:pt>
                <c:pt idx="12">
                  <c:v>4.4000000000000004</c:v>
                </c:pt>
                <c:pt idx="13">
                  <c:v>3.5</c:v>
                </c:pt>
                <c:pt idx="14">
                  <c:v>2.1</c:v>
                </c:pt>
                <c:pt idx="15">
                  <c:v>1.3</c:v>
                </c:pt>
                <c:pt idx="16">
                  <c:v>1.2</c:v>
                </c:pt>
                <c:pt idx="17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4D-4402-ACBE-BA968207D4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Endividamento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Sheet1!$B$2:$B$258</c:f>
              <c:numCache>
                <c:formatCode>0.0</c:formatCode>
                <c:ptCount val="257"/>
                <c:pt idx="0">
                  <c:v>17.2</c:v>
                </c:pt>
                <c:pt idx="1">
                  <c:v>17.600000000000001</c:v>
                </c:pt>
                <c:pt idx="2">
                  <c:v>17.96</c:v>
                </c:pt>
                <c:pt idx="3">
                  <c:v>18.12</c:v>
                </c:pt>
                <c:pt idx="4">
                  <c:v>18.399999999999999</c:v>
                </c:pt>
                <c:pt idx="5">
                  <c:v>18.850000000000001</c:v>
                </c:pt>
                <c:pt idx="6">
                  <c:v>19.11</c:v>
                </c:pt>
                <c:pt idx="7">
                  <c:v>19.37</c:v>
                </c:pt>
                <c:pt idx="8">
                  <c:v>19.61</c:v>
                </c:pt>
                <c:pt idx="9">
                  <c:v>19.559999999999999</c:v>
                </c:pt>
                <c:pt idx="10">
                  <c:v>19.89</c:v>
                </c:pt>
                <c:pt idx="11">
                  <c:v>20.11</c:v>
                </c:pt>
                <c:pt idx="12">
                  <c:v>20.45</c:v>
                </c:pt>
                <c:pt idx="13">
                  <c:v>20.78</c:v>
                </c:pt>
                <c:pt idx="14">
                  <c:v>21.07</c:v>
                </c:pt>
                <c:pt idx="15">
                  <c:v>21.16</c:v>
                </c:pt>
                <c:pt idx="16">
                  <c:v>21.39</c:v>
                </c:pt>
                <c:pt idx="17">
                  <c:v>21.65</c:v>
                </c:pt>
                <c:pt idx="18">
                  <c:v>21.74</c:v>
                </c:pt>
                <c:pt idx="19">
                  <c:v>21.85</c:v>
                </c:pt>
                <c:pt idx="20">
                  <c:v>22.07</c:v>
                </c:pt>
                <c:pt idx="21">
                  <c:v>21.98</c:v>
                </c:pt>
                <c:pt idx="22">
                  <c:v>22.28</c:v>
                </c:pt>
                <c:pt idx="23">
                  <c:v>22.48</c:v>
                </c:pt>
                <c:pt idx="24">
                  <c:v>22.04</c:v>
                </c:pt>
                <c:pt idx="25">
                  <c:v>22.36</c:v>
                </c:pt>
                <c:pt idx="26">
                  <c:v>22.88</c:v>
                </c:pt>
                <c:pt idx="27">
                  <c:v>23.09</c:v>
                </c:pt>
                <c:pt idx="28">
                  <c:v>23.57</c:v>
                </c:pt>
                <c:pt idx="29">
                  <c:v>23.77</c:v>
                </c:pt>
                <c:pt idx="30">
                  <c:v>23.97</c:v>
                </c:pt>
                <c:pt idx="31">
                  <c:v>24.56</c:v>
                </c:pt>
                <c:pt idx="32">
                  <c:v>24.88</c:v>
                </c:pt>
                <c:pt idx="33">
                  <c:v>24.96</c:v>
                </c:pt>
                <c:pt idx="34">
                  <c:v>25.29</c:v>
                </c:pt>
                <c:pt idx="35">
                  <c:v>25.5</c:v>
                </c:pt>
                <c:pt idx="36">
                  <c:v>25.99</c:v>
                </c:pt>
                <c:pt idx="37">
                  <c:v>26.45</c:v>
                </c:pt>
                <c:pt idx="38">
                  <c:v>26.8</c:v>
                </c:pt>
                <c:pt idx="39">
                  <c:v>26.92</c:v>
                </c:pt>
                <c:pt idx="40">
                  <c:v>27.15</c:v>
                </c:pt>
                <c:pt idx="41">
                  <c:v>27.25</c:v>
                </c:pt>
                <c:pt idx="42">
                  <c:v>27.41</c:v>
                </c:pt>
                <c:pt idx="43">
                  <c:v>27.78</c:v>
                </c:pt>
                <c:pt idx="44">
                  <c:v>27.46</c:v>
                </c:pt>
                <c:pt idx="45">
                  <c:v>27.44</c:v>
                </c:pt>
                <c:pt idx="46">
                  <c:v>27.26</c:v>
                </c:pt>
                <c:pt idx="47">
                  <c:v>27.26</c:v>
                </c:pt>
                <c:pt idx="48">
                  <c:v>27.32</c:v>
                </c:pt>
                <c:pt idx="49">
                  <c:v>27.49</c:v>
                </c:pt>
                <c:pt idx="50">
                  <c:v>27.85</c:v>
                </c:pt>
                <c:pt idx="51">
                  <c:v>28.01</c:v>
                </c:pt>
                <c:pt idx="52">
                  <c:v>28.15</c:v>
                </c:pt>
                <c:pt idx="53">
                  <c:v>28.42</c:v>
                </c:pt>
                <c:pt idx="54">
                  <c:v>28.76</c:v>
                </c:pt>
                <c:pt idx="55">
                  <c:v>28.93</c:v>
                </c:pt>
                <c:pt idx="56">
                  <c:v>29.12</c:v>
                </c:pt>
                <c:pt idx="57">
                  <c:v>29.45</c:v>
                </c:pt>
                <c:pt idx="58">
                  <c:v>29.82</c:v>
                </c:pt>
                <c:pt idx="59">
                  <c:v>29.95</c:v>
                </c:pt>
                <c:pt idx="60">
                  <c:v>30.35</c:v>
                </c:pt>
                <c:pt idx="61">
                  <c:v>30.7</c:v>
                </c:pt>
                <c:pt idx="62">
                  <c:v>31.19</c:v>
                </c:pt>
                <c:pt idx="63">
                  <c:v>31.41</c:v>
                </c:pt>
                <c:pt idx="64">
                  <c:v>32.03</c:v>
                </c:pt>
                <c:pt idx="65">
                  <c:v>32.340000000000003</c:v>
                </c:pt>
                <c:pt idx="66">
                  <c:v>32.65</c:v>
                </c:pt>
                <c:pt idx="67">
                  <c:v>32.94</c:v>
                </c:pt>
                <c:pt idx="68">
                  <c:v>33.46</c:v>
                </c:pt>
                <c:pt idx="69">
                  <c:v>33.97</c:v>
                </c:pt>
                <c:pt idx="70">
                  <c:v>34.1</c:v>
                </c:pt>
                <c:pt idx="71">
                  <c:v>34.229999999999997</c:v>
                </c:pt>
                <c:pt idx="72">
                  <c:v>34.86</c:v>
                </c:pt>
                <c:pt idx="73">
                  <c:v>34.9</c:v>
                </c:pt>
                <c:pt idx="74">
                  <c:v>35.11</c:v>
                </c:pt>
                <c:pt idx="75">
                  <c:v>35.29</c:v>
                </c:pt>
                <c:pt idx="76">
                  <c:v>35.369999999999997</c:v>
                </c:pt>
                <c:pt idx="77">
                  <c:v>35.979999999999997</c:v>
                </c:pt>
                <c:pt idx="78">
                  <c:v>36.270000000000003</c:v>
                </c:pt>
                <c:pt idx="79">
                  <c:v>36.450000000000003</c:v>
                </c:pt>
                <c:pt idx="80">
                  <c:v>36.5</c:v>
                </c:pt>
                <c:pt idx="81">
                  <c:v>36.56</c:v>
                </c:pt>
                <c:pt idx="82">
                  <c:v>36.79</c:v>
                </c:pt>
                <c:pt idx="83">
                  <c:v>36.78</c:v>
                </c:pt>
                <c:pt idx="84">
                  <c:v>36.869999999999997</c:v>
                </c:pt>
                <c:pt idx="85">
                  <c:v>36.99</c:v>
                </c:pt>
                <c:pt idx="86">
                  <c:v>37.21</c:v>
                </c:pt>
                <c:pt idx="87">
                  <c:v>37.42</c:v>
                </c:pt>
                <c:pt idx="88">
                  <c:v>37.54</c:v>
                </c:pt>
                <c:pt idx="89">
                  <c:v>37.71</c:v>
                </c:pt>
                <c:pt idx="90">
                  <c:v>37.49</c:v>
                </c:pt>
                <c:pt idx="91">
                  <c:v>37.69</c:v>
                </c:pt>
                <c:pt idx="92">
                  <c:v>37.880000000000003</c:v>
                </c:pt>
                <c:pt idx="93">
                  <c:v>38.04</c:v>
                </c:pt>
                <c:pt idx="94">
                  <c:v>38.22</c:v>
                </c:pt>
                <c:pt idx="95">
                  <c:v>38.270000000000003</c:v>
                </c:pt>
                <c:pt idx="96">
                  <c:v>38.15</c:v>
                </c:pt>
                <c:pt idx="97">
                  <c:v>38.29</c:v>
                </c:pt>
                <c:pt idx="98">
                  <c:v>38.4</c:v>
                </c:pt>
                <c:pt idx="99">
                  <c:v>38.4</c:v>
                </c:pt>
                <c:pt idx="100">
                  <c:v>38.56</c:v>
                </c:pt>
                <c:pt idx="101">
                  <c:v>38.69</c:v>
                </c:pt>
                <c:pt idx="102">
                  <c:v>38.49</c:v>
                </c:pt>
                <c:pt idx="103">
                  <c:v>38.36</c:v>
                </c:pt>
                <c:pt idx="104">
                  <c:v>38.36</c:v>
                </c:pt>
                <c:pt idx="105">
                  <c:v>38.21</c:v>
                </c:pt>
                <c:pt idx="106">
                  <c:v>38.299999999999997</c:v>
                </c:pt>
                <c:pt idx="107">
                  <c:v>38.25</c:v>
                </c:pt>
                <c:pt idx="108">
                  <c:v>38.15</c:v>
                </c:pt>
                <c:pt idx="109">
                  <c:v>38.14</c:v>
                </c:pt>
                <c:pt idx="110">
                  <c:v>38.299999999999997</c:v>
                </c:pt>
                <c:pt idx="111">
                  <c:v>38.479999999999997</c:v>
                </c:pt>
                <c:pt idx="112">
                  <c:v>38.56</c:v>
                </c:pt>
                <c:pt idx="113">
                  <c:v>38.630000000000003</c:v>
                </c:pt>
                <c:pt idx="114">
                  <c:v>38.729999999999997</c:v>
                </c:pt>
                <c:pt idx="115">
                  <c:v>38.950000000000003</c:v>
                </c:pt>
                <c:pt idx="116">
                  <c:v>38.950000000000003</c:v>
                </c:pt>
                <c:pt idx="117">
                  <c:v>39.24</c:v>
                </c:pt>
                <c:pt idx="118">
                  <c:v>39.630000000000003</c:v>
                </c:pt>
                <c:pt idx="119">
                  <c:v>39.64</c:v>
                </c:pt>
                <c:pt idx="120">
                  <c:v>39.74</c:v>
                </c:pt>
                <c:pt idx="121">
                  <c:v>40.01</c:v>
                </c:pt>
                <c:pt idx="122">
                  <c:v>40.020000000000003</c:v>
                </c:pt>
                <c:pt idx="123">
                  <c:v>40.090000000000003</c:v>
                </c:pt>
                <c:pt idx="124">
                  <c:v>40.380000000000003</c:v>
                </c:pt>
                <c:pt idx="125">
                  <c:v>40.57</c:v>
                </c:pt>
                <c:pt idx="126">
                  <c:v>40.799999999999997</c:v>
                </c:pt>
                <c:pt idx="127">
                  <c:v>40.81</c:v>
                </c:pt>
                <c:pt idx="128">
                  <c:v>40.54</c:v>
                </c:pt>
                <c:pt idx="129">
                  <c:v>40.049999999999997</c:v>
                </c:pt>
                <c:pt idx="130">
                  <c:v>40.04</c:v>
                </c:pt>
                <c:pt idx="131">
                  <c:v>39.700000000000003</c:v>
                </c:pt>
                <c:pt idx="132">
                  <c:v>39.54</c:v>
                </c:pt>
                <c:pt idx="133">
                  <c:v>39.25</c:v>
                </c:pt>
                <c:pt idx="134">
                  <c:v>39.159999999999997</c:v>
                </c:pt>
                <c:pt idx="135">
                  <c:v>39.03</c:v>
                </c:pt>
                <c:pt idx="136">
                  <c:v>38.83</c:v>
                </c:pt>
                <c:pt idx="137">
                  <c:v>38.72</c:v>
                </c:pt>
                <c:pt idx="138">
                  <c:v>38.479999999999997</c:v>
                </c:pt>
                <c:pt idx="139">
                  <c:v>38.21</c:v>
                </c:pt>
                <c:pt idx="140">
                  <c:v>38.24</c:v>
                </c:pt>
                <c:pt idx="141">
                  <c:v>38.11</c:v>
                </c:pt>
                <c:pt idx="142">
                  <c:v>38</c:v>
                </c:pt>
                <c:pt idx="143">
                  <c:v>37.880000000000003</c:v>
                </c:pt>
                <c:pt idx="144">
                  <c:v>37.799999999999997</c:v>
                </c:pt>
                <c:pt idx="145">
                  <c:v>37.450000000000003</c:v>
                </c:pt>
                <c:pt idx="146">
                  <c:v>37.380000000000003</c:v>
                </c:pt>
                <c:pt idx="147">
                  <c:v>37.32</c:v>
                </c:pt>
                <c:pt idx="148">
                  <c:v>37.33</c:v>
                </c:pt>
                <c:pt idx="149">
                  <c:v>37.369999999999997</c:v>
                </c:pt>
                <c:pt idx="150">
                  <c:v>37.25</c:v>
                </c:pt>
                <c:pt idx="151">
                  <c:v>37.299999999999997</c:v>
                </c:pt>
                <c:pt idx="152">
                  <c:v>37.380000000000003</c:v>
                </c:pt>
                <c:pt idx="153">
                  <c:v>37.22</c:v>
                </c:pt>
                <c:pt idx="154">
                  <c:v>37.25</c:v>
                </c:pt>
                <c:pt idx="155">
                  <c:v>37.229999999999997</c:v>
                </c:pt>
                <c:pt idx="156">
                  <c:v>37.26</c:v>
                </c:pt>
                <c:pt idx="157">
                  <c:v>37.479999999999997</c:v>
                </c:pt>
                <c:pt idx="158">
                  <c:v>37.75</c:v>
                </c:pt>
                <c:pt idx="159">
                  <c:v>37.840000000000003</c:v>
                </c:pt>
                <c:pt idx="160">
                  <c:v>37.82</c:v>
                </c:pt>
                <c:pt idx="161">
                  <c:v>38</c:v>
                </c:pt>
                <c:pt idx="162">
                  <c:v>38.03</c:v>
                </c:pt>
                <c:pt idx="163">
                  <c:v>38.28</c:v>
                </c:pt>
                <c:pt idx="164">
                  <c:v>38.799999999999997</c:v>
                </c:pt>
                <c:pt idx="165">
                  <c:v>39.020000000000003</c:v>
                </c:pt>
                <c:pt idx="166">
                  <c:v>39.270000000000003</c:v>
                </c:pt>
                <c:pt idx="167">
                  <c:v>39.549999999999997</c:v>
                </c:pt>
                <c:pt idx="168">
                  <c:v>39.6</c:v>
                </c:pt>
                <c:pt idx="169">
                  <c:v>39.83</c:v>
                </c:pt>
                <c:pt idx="170">
                  <c:v>40.130000000000003</c:v>
                </c:pt>
                <c:pt idx="171">
                  <c:v>40.56</c:v>
                </c:pt>
                <c:pt idx="172">
                  <c:v>40.72</c:v>
                </c:pt>
                <c:pt idx="173">
                  <c:v>41.11</c:v>
                </c:pt>
                <c:pt idx="174">
                  <c:v>41.21</c:v>
                </c:pt>
                <c:pt idx="175">
                  <c:v>41.33</c:v>
                </c:pt>
                <c:pt idx="176">
                  <c:v>41.56</c:v>
                </c:pt>
                <c:pt idx="177">
                  <c:v>41.46</c:v>
                </c:pt>
                <c:pt idx="178">
                  <c:v>41.55</c:v>
                </c:pt>
                <c:pt idx="179">
                  <c:v>41.53</c:v>
                </c:pt>
                <c:pt idx="180">
                  <c:v>41.62</c:v>
                </c:pt>
                <c:pt idx="181">
                  <c:v>40.909999999999997</c:v>
                </c:pt>
                <c:pt idx="182">
                  <c:v>40.049999999999997</c:v>
                </c:pt>
                <c:pt idx="183">
                  <c:v>39.380000000000003</c:v>
                </c:pt>
                <c:pt idx="184">
                  <c:v>39.21</c:v>
                </c:pt>
                <c:pt idx="185">
                  <c:v>39.17</c:v>
                </c:pt>
                <c:pt idx="186">
                  <c:v>39.57</c:v>
                </c:pt>
                <c:pt idx="187">
                  <c:v>40.200000000000003</c:v>
                </c:pt>
                <c:pt idx="188">
                  <c:v>41.04</c:v>
                </c:pt>
                <c:pt idx="189">
                  <c:v>41.78</c:v>
                </c:pt>
                <c:pt idx="190">
                  <c:v>42.11</c:v>
                </c:pt>
                <c:pt idx="191">
                  <c:v>42.31</c:v>
                </c:pt>
                <c:pt idx="192">
                  <c:v>42.47</c:v>
                </c:pt>
                <c:pt idx="193">
                  <c:v>42.89</c:v>
                </c:pt>
                <c:pt idx="194">
                  <c:v>43.85</c:v>
                </c:pt>
                <c:pt idx="195">
                  <c:v>44.53</c:v>
                </c:pt>
                <c:pt idx="196">
                  <c:v>45.2</c:v>
                </c:pt>
                <c:pt idx="197">
                  <c:v>46.46</c:v>
                </c:pt>
                <c:pt idx="198">
                  <c:v>47.5</c:v>
                </c:pt>
                <c:pt idx="199">
                  <c:v>48.19</c:v>
                </c:pt>
                <c:pt idx="200">
                  <c:v>48.95</c:v>
                </c:pt>
                <c:pt idx="201">
                  <c:v>49.48</c:v>
                </c:pt>
                <c:pt idx="202">
                  <c:v>49.67</c:v>
                </c:pt>
                <c:pt idx="203">
                  <c:v>49.54</c:v>
                </c:pt>
                <c:pt idx="204">
                  <c:v>49.6</c:v>
                </c:pt>
                <c:pt idx="205">
                  <c:v>49.67</c:v>
                </c:pt>
                <c:pt idx="206">
                  <c:v>49.56</c:v>
                </c:pt>
                <c:pt idx="207">
                  <c:v>49.67</c:v>
                </c:pt>
                <c:pt idx="208">
                  <c:v>49.89</c:v>
                </c:pt>
                <c:pt idx="209">
                  <c:v>49.66</c:v>
                </c:pt>
                <c:pt idx="210">
                  <c:v>49.59</c:v>
                </c:pt>
                <c:pt idx="211">
                  <c:v>49.76</c:v>
                </c:pt>
                <c:pt idx="212">
                  <c:v>49.51</c:v>
                </c:pt>
                <c:pt idx="213">
                  <c:v>49.14</c:v>
                </c:pt>
                <c:pt idx="214">
                  <c:v>49.11</c:v>
                </c:pt>
                <c:pt idx="215">
                  <c:v>48.78</c:v>
                </c:pt>
                <c:pt idx="216">
                  <c:v>48.7</c:v>
                </c:pt>
                <c:pt idx="217">
                  <c:v>48.6</c:v>
                </c:pt>
                <c:pt idx="218">
                  <c:v>48.91</c:v>
                </c:pt>
                <c:pt idx="219">
                  <c:v>48.46</c:v>
                </c:pt>
                <c:pt idx="220">
                  <c:v>48.06</c:v>
                </c:pt>
                <c:pt idx="221">
                  <c:v>48.25</c:v>
                </c:pt>
                <c:pt idx="222">
                  <c:v>48.14</c:v>
                </c:pt>
                <c:pt idx="223">
                  <c:v>48.2</c:v>
                </c:pt>
                <c:pt idx="224">
                  <c:v>48.19</c:v>
                </c:pt>
                <c:pt idx="225">
                  <c:v>47.75</c:v>
                </c:pt>
                <c:pt idx="226">
                  <c:v>47.96</c:v>
                </c:pt>
                <c:pt idx="227">
                  <c:v>47.93</c:v>
                </c:pt>
                <c:pt idx="228">
                  <c:v>47.79</c:v>
                </c:pt>
                <c:pt idx="229">
                  <c:v>47.66</c:v>
                </c:pt>
                <c:pt idx="230">
                  <c:v>47.61</c:v>
                </c:pt>
                <c:pt idx="231">
                  <c:v>47.7</c:v>
                </c:pt>
                <c:pt idx="232">
                  <c:v>47.93</c:v>
                </c:pt>
                <c:pt idx="233">
                  <c:v>48.14</c:v>
                </c:pt>
                <c:pt idx="234">
                  <c:v>48.14</c:v>
                </c:pt>
                <c:pt idx="235">
                  <c:v>48.19</c:v>
                </c:pt>
                <c:pt idx="236">
                  <c:v>48.33</c:v>
                </c:pt>
                <c:pt idx="237">
                  <c:v>48.45</c:v>
                </c:pt>
                <c:pt idx="238">
                  <c:v>48.64</c:v>
                </c:pt>
                <c:pt idx="239">
                  <c:v>48.6</c:v>
                </c:pt>
                <c:pt idx="240">
                  <c:v>48.87</c:v>
                </c:pt>
                <c:pt idx="241">
                  <c:v>48.93</c:v>
                </c:pt>
                <c:pt idx="242">
                  <c:v>48.87</c:v>
                </c:pt>
                <c:pt idx="243">
                  <c:v>48.82</c:v>
                </c:pt>
                <c:pt idx="244">
                  <c:v>48.78</c:v>
                </c:pt>
                <c:pt idx="245">
                  <c:v>48.93</c:v>
                </c:pt>
                <c:pt idx="246">
                  <c:v>49.11</c:v>
                </c:pt>
                <c:pt idx="247">
                  <c:v>49.46</c:v>
                </c:pt>
                <c:pt idx="248">
                  <c:v>49.63</c:v>
                </c:pt>
                <c:pt idx="249">
                  <c:v>49.7</c:v>
                </c:pt>
                <c:pt idx="250">
                  <c:v>49.92</c:v>
                </c:pt>
                <c:pt idx="251">
                  <c:v>49.81</c:v>
                </c:pt>
                <c:pt idx="252">
                  <c:v>49.85</c:v>
                </c:pt>
                <c:pt idx="253">
                  <c:v>49.88</c:v>
                </c:pt>
                <c:pt idx="254">
                  <c:v>49.82</c:v>
                </c:pt>
                <c:pt idx="255">
                  <c:v>49.65</c:v>
                </c:pt>
                <c:pt idx="256">
                  <c:v>49.86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ECD-4FBD-9BC9-572FADCCA8D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Comprometimento de renda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56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ECD-4FBD-9BC9-572FADCCA8D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Sheet1!$A$2:$A$258</c:f>
              <c:strCache>
                <c:ptCount val="257"/>
                <c:pt idx="0">
                  <c:v>mar/05</c:v>
                </c:pt>
                <c:pt idx="1">
                  <c:v>abr/05</c:v>
                </c:pt>
                <c:pt idx="2">
                  <c:v>mai/05</c:v>
                </c:pt>
                <c:pt idx="3">
                  <c:v>jun/05</c:v>
                </c:pt>
                <c:pt idx="4">
                  <c:v>jul/05</c:v>
                </c:pt>
                <c:pt idx="5">
                  <c:v>ago/05</c:v>
                </c:pt>
                <c:pt idx="6">
                  <c:v>set/05</c:v>
                </c:pt>
                <c:pt idx="7">
                  <c:v>out/05</c:v>
                </c:pt>
                <c:pt idx="8">
                  <c:v>nov/05</c:v>
                </c:pt>
                <c:pt idx="9">
                  <c:v>dez/05</c:v>
                </c:pt>
                <c:pt idx="10">
                  <c:v>jan/06</c:v>
                </c:pt>
                <c:pt idx="11">
                  <c:v>fev/06</c:v>
                </c:pt>
                <c:pt idx="12">
                  <c:v>mar/06</c:v>
                </c:pt>
                <c:pt idx="13">
                  <c:v>abr/06</c:v>
                </c:pt>
                <c:pt idx="14">
                  <c:v>mai/06</c:v>
                </c:pt>
                <c:pt idx="15">
                  <c:v>jun/06</c:v>
                </c:pt>
                <c:pt idx="16">
                  <c:v>jul/06</c:v>
                </c:pt>
                <c:pt idx="17">
                  <c:v>ago/06</c:v>
                </c:pt>
                <c:pt idx="18">
                  <c:v>set/06</c:v>
                </c:pt>
                <c:pt idx="19">
                  <c:v>out/06</c:v>
                </c:pt>
                <c:pt idx="20">
                  <c:v>nov/06</c:v>
                </c:pt>
                <c:pt idx="21">
                  <c:v>dez/06</c:v>
                </c:pt>
                <c:pt idx="22">
                  <c:v>jan/07</c:v>
                </c:pt>
                <c:pt idx="23">
                  <c:v>fev/07</c:v>
                </c:pt>
                <c:pt idx="24">
                  <c:v>mar/07</c:v>
                </c:pt>
                <c:pt idx="25">
                  <c:v>abr/07</c:v>
                </c:pt>
                <c:pt idx="26">
                  <c:v>mai/07</c:v>
                </c:pt>
                <c:pt idx="27">
                  <c:v>jun/07</c:v>
                </c:pt>
                <c:pt idx="28">
                  <c:v>jul/07</c:v>
                </c:pt>
                <c:pt idx="29">
                  <c:v>ago/07</c:v>
                </c:pt>
                <c:pt idx="30">
                  <c:v>set/07</c:v>
                </c:pt>
                <c:pt idx="31">
                  <c:v>out/07</c:v>
                </c:pt>
                <c:pt idx="32">
                  <c:v>nov/07</c:v>
                </c:pt>
                <c:pt idx="33">
                  <c:v>dez/07</c:v>
                </c:pt>
                <c:pt idx="34">
                  <c:v>jan/08</c:v>
                </c:pt>
                <c:pt idx="35">
                  <c:v>fev/08</c:v>
                </c:pt>
                <c:pt idx="36">
                  <c:v>mar/08</c:v>
                </c:pt>
                <c:pt idx="37">
                  <c:v>abr/08</c:v>
                </c:pt>
                <c:pt idx="38">
                  <c:v>mai/08</c:v>
                </c:pt>
                <c:pt idx="39">
                  <c:v>jun/08</c:v>
                </c:pt>
                <c:pt idx="40">
                  <c:v>jul/08</c:v>
                </c:pt>
                <c:pt idx="41">
                  <c:v>ago/08</c:v>
                </c:pt>
                <c:pt idx="42">
                  <c:v>set/08</c:v>
                </c:pt>
                <c:pt idx="43">
                  <c:v>out/08</c:v>
                </c:pt>
                <c:pt idx="44">
                  <c:v>nov/08</c:v>
                </c:pt>
                <c:pt idx="45">
                  <c:v>dez/08</c:v>
                </c:pt>
                <c:pt idx="46">
                  <c:v>jan/09</c:v>
                </c:pt>
                <c:pt idx="47">
                  <c:v>fev/09</c:v>
                </c:pt>
                <c:pt idx="48">
                  <c:v>mar/09</c:v>
                </c:pt>
                <c:pt idx="49">
                  <c:v>abr/09</c:v>
                </c:pt>
                <c:pt idx="50">
                  <c:v>mai/09</c:v>
                </c:pt>
                <c:pt idx="51">
                  <c:v>jun/09</c:v>
                </c:pt>
                <c:pt idx="52">
                  <c:v>jul/09</c:v>
                </c:pt>
                <c:pt idx="53">
                  <c:v>ago/09</c:v>
                </c:pt>
                <c:pt idx="54">
                  <c:v>set/09</c:v>
                </c:pt>
                <c:pt idx="55">
                  <c:v>out/09</c:v>
                </c:pt>
                <c:pt idx="56">
                  <c:v>nov/09</c:v>
                </c:pt>
                <c:pt idx="57">
                  <c:v>dez/09</c:v>
                </c:pt>
                <c:pt idx="58">
                  <c:v>jan/10</c:v>
                </c:pt>
                <c:pt idx="59">
                  <c:v>fev/10</c:v>
                </c:pt>
                <c:pt idx="60">
                  <c:v>mar/10</c:v>
                </c:pt>
                <c:pt idx="61">
                  <c:v>abr/10</c:v>
                </c:pt>
                <c:pt idx="62">
                  <c:v>mai/10</c:v>
                </c:pt>
                <c:pt idx="63">
                  <c:v>jun/10</c:v>
                </c:pt>
                <c:pt idx="64">
                  <c:v>jul/10</c:v>
                </c:pt>
                <c:pt idx="65">
                  <c:v>ago/10</c:v>
                </c:pt>
                <c:pt idx="66">
                  <c:v>set/10</c:v>
                </c:pt>
                <c:pt idx="67">
                  <c:v>out/10</c:v>
                </c:pt>
                <c:pt idx="68">
                  <c:v>nov/10</c:v>
                </c:pt>
                <c:pt idx="69">
                  <c:v>dez/10</c:v>
                </c:pt>
                <c:pt idx="70">
                  <c:v>jan/11</c:v>
                </c:pt>
                <c:pt idx="71">
                  <c:v>fev/11</c:v>
                </c:pt>
                <c:pt idx="72">
                  <c:v>mar/11</c:v>
                </c:pt>
                <c:pt idx="73">
                  <c:v>abr/11</c:v>
                </c:pt>
                <c:pt idx="74">
                  <c:v>mai/11</c:v>
                </c:pt>
                <c:pt idx="75">
                  <c:v>jun/11</c:v>
                </c:pt>
                <c:pt idx="76">
                  <c:v>jul/11</c:v>
                </c:pt>
                <c:pt idx="77">
                  <c:v>ago/11</c:v>
                </c:pt>
                <c:pt idx="78">
                  <c:v>set/11</c:v>
                </c:pt>
                <c:pt idx="79">
                  <c:v>out/11</c:v>
                </c:pt>
                <c:pt idx="80">
                  <c:v>nov/11</c:v>
                </c:pt>
                <c:pt idx="81">
                  <c:v>dez/11</c:v>
                </c:pt>
                <c:pt idx="82">
                  <c:v>jan/12</c:v>
                </c:pt>
                <c:pt idx="83">
                  <c:v>fev/12</c:v>
                </c:pt>
                <c:pt idx="84">
                  <c:v>mar/12</c:v>
                </c:pt>
                <c:pt idx="85">
                  <c:v>abr/12</c:v>
                </c:pt>
                <c:pt idx="86">
                  <c:v>mai/12</c:v>
                </c:pt>
                <c:pt idx="87">
                  <c:v>jun/12</c:v>
                </c:pt>
                <c:pt idx="88">
                  <c:v>jul/12</c:v>
                </c:pt>
                <c:pt idx="89">
                  <c:v>ago/12</c:v>
                </c:pt>
                <c:pt idx="90">
                  <c:v>set/12</c:v>
                </c:pt>
                <c:pt idx="91">
                  <c:v>out/12</c:v>
                </c:pt>
                <c:pt idx="92">
                  <c:v>nov/12</c:v>
                </c:pt>
                <c:pt idx="93">
                  <c:v>dez/12</c:v>
                </c:pt>
                <c:pt idx="94">
                  <c:v>jan/13</c:v>
                </c:pt>
                <c:pt idx="95">
                  <c:v>fev/13</c:v>
                </c:pt>
                <c:pt idx="96">
                  <c:v>mar/13</c:v>
                </c:pt>
                <c:pt idx="97">
                  <c:v>abr/13</c:v>
                </c:pt>
                <c:pt idx="98">
                  <c:v>mai/13</c:v>
                </c:pt>
                <c:pt idx="99">
                  <c:v>jun/13</c:v>
                </c:pt>
                <c:pt idx="100">
                  <c:v>jul/13</c:v>
                </c:pt>
                <c:pt idx="101">
                  <c:v>ago/13</c:v>
                </c:pt>
                <c:pt idx="102">
                  <c:v>set/13</c:v>
                </c:pt>
                <c:pt idx="103">
                  <c:v>out/13</c:v>
                </c:pt>
                <c:pt idx="104">
                  <c:v>nov/13</c:v>
                </c:pt>
                <c:pt idx="105">
                  <c:v>dez/13</c:v>
                </c:pt>
                <c:pt idx="106">
                  <c:v>jan/14</c:v>
                </c:pt>
                <c:pt idx="107">
                  <c:v>fev/14</c:v>
                </c:pt>
                <c:pt idx="108">
                  <c:v>mar/14</c:v>
                </c:pt>
                <c:pt idx="109">
                  <c:v>abr/14</c:v>
                </c:pt>
                <c:pt idx="110">
                  <c:v>mai/14</c:v>
                </c:pt>
                <c:pt idx="111">
                  <c:v>jun/14</c:v>
                </c:pt>
                <c:pt idx="112">
                  <c:v>jul/14</c:v>
                </c:pt>
                <c:pt idx="113">
                  <c:v>ago/14</c:v>
                </c:pt>
                <c:pt idx="114">
                  <c:v>set/14</c:v>
                </c:pt>
                <c:pt idx="115">
                  <c:v>out/14</c:v>
                </c:pt>
                <c:pt idx="116">
                  <c:v>nov/14</c:v>
                </c:pt>
                <c:pt idx="117">
                  <c:v>dez/14</c:v>
                </c:pt>
                <c:pt idx="118">
                  <c:v>jan/15</c:v>
                </c:pt>
                <c:pt idx="119">
                  <c:v>fev/15</c:v>
                </c:pt>
                <c:pt idx="120">
                  <c:v>mar/15</c:v>
                </c:pt>
                <c:pt idx="121">
                  <c:v>abr/15</c:v>
                </c:pt>
                <c:pt idx="122">
                  <c:v>mai/15</c:v>
                </c:pt>
                <c:pt idx="123">
                  <c:v>jun/15</c:v>
                </c:pt>
                <c:pt idx="124">
                  <c:v>jul/15</c:v>
                </c:pt>
                <c:pt idx="125">
                  <c:v>ago/15</c:v>
                </c:pt>
                <c:pt idx="126">
                  <c:v>set/15</c:v>
                </c:pt>
                <c:pt idx="127">
                  <c:v>out/15</c:v>
                </c:pt>
                <c:pt idx="128">
                  <c:v>nov/15</c:v>
                </c:pt>
                <c:pt idx="129">
                  <c:v>dez/15</c:v>
                </c:pt>
                <c:pt idx="130">
                  <c:v>jan/16</c:v>
                </c:pt>
                <c:pt idx="131">
                  <c:v>fev/16</c:v>
                </c:pt>
                <c:pt idx="132">
                  <c:v>mar/16</c:v>
                </c:pt>
                <c:pt idx="133">
                  <c:v>abr/16</c:v>
                </c:pt>
                <c:pt idx="134">
                  <c:v>mai/16</c:v>
                </c:pt>
                <c:pt idx="135">
                  <c:v>jun/16</c:v>
                </c:pt>
                <c:pt idx="136">
                  <c:v>jul/16</c:v>
                </c:pt>
                <c:pt idx="137">
                  <c:v>ago/16</c:v>
                </c:pt>
                <c:pt idx="138">
                  <c:v>set/16</c:v>
                </c:pt>
                <c:pt idx="139">
                  <c:v>out/16</c:v>
                </c:pt>
                <c:pt idx="140">
                  <c:v>nov/16</c:v>
                </c:pt>
                <c:pt idx="141">
                  <c:v>dez/16</c:v>
                </c:pt>
                <c:pt idx="142">
                  <c:v>jan/17</c:v>
                </c:pt>
                <c:pt idx="143">
                  <c:v>fev/17</c:v>
                </c:pt>
                <c:pt idx="144">
                  <c:v>mar/17</c:v>
                </c:pt>
                <c:pt idx="145">
                  <c:v>abr/17</c:v>
                </c:pt>
                <c:pt idx="146">
                  <c:v>mai/17</c:v>
                </c:pt>
                <c:pt idx="147">
                  <c:v>jun/17</c:v>
                </c:pt>
                <c:pt idx="148">
                  <c:v>jul/17</c:v>
                </c:pt>
                <c:pt idx="149">
                  <c:v>ago/17</c:v>
                </c:pt>
                <c:pt idx="150">
                  <c:v>set/17</c:v>
                </c:pt>
                <c:pt idx="151">
                  <c:v>out/17</c:v>
                </c:pt>
                <c:pt idx="152">
                  <c:v>nov/17</c:v>
                </c:pt>
                <c:pt idx="153">
                  <c:v>dez/17</c:v>
                </c:pt>
                <c:pt idx="154">
                  <c:v>jan/18</c:v>
                </c:pt>
                <c:pt idx="155">
                  <c:v>fev/18</c:v>
                </c:pt>
                <c:pt idx="156">
                  <c:v>mar/18</c:v>
                </c:pt>
                <c:pt idx="157">
                  <c:v>abr/18</c:v>
                </c:pt>
                <c:pt idx="158">
                  <c:v>mai/18</c:v>
                </c:pt>
                <c:pt idx="159">
                  <c:v>jun/18</c:v>
                </c:pt>
                <c:pt idx="160">
                  <c:v>jul/18</c:v>
                </c:pt>
                <c:pt idx="161">
                  <c:v>ago/18</c:v>
                </c:pt>
                <c:pt idx="162">
                  <c:v>set/18</c:v>
                </c:pt>
                <c:pt idx="163">
                  <c:v>out/18</c:v>
                </c:pt>
                <c:pt idx="164">
                  <c:v>nov/18</c:v>
                </c:pt>
                <c:pt idx="165">
                  <c:v>dez/18</c:v>
                </c:pt>
                <c:pt idx="166">
                  <c:v>jan/19</c:v>
                </c:pt>
                <c:pt idx="167">
                  <c:v>fev/19</c:v>
                </c:pt>
                <c:pt idx="168">
                  <c:v>mar/19</c:v>
                </c:pt>
                <c:pt idx="169">
                  <c:v>abr/19</c:v>
                </c:pt>
                <c:pt idx="170">
                  <c:v>mai/19</c:v>
                </c:pt>
                <c:pt idx="171">
                  <c:v>jun/19</c:v>
                </c:pt>
                <c:pt idx="172">
                  <c:v>jul/19</c:v>
                </c:pt>
                <c:pt idx="173">
                  <c:v>ago/19</c:v>
                </c:pt>
                <c:pt idx="174">
                  <c:v>set/19</c:v>
                </c:pt>
                <c:pt idx="175">
                  <c:v>out/19</c:v>
                </c:pt>
                <c:pt idx="176">
                  <c:v>nov/19</c:v>
                </c:pt>
                <c:pt idx="177">
                  <c:v>dez/19</c:v>
                </c:pt>
                <c:pt idx="178">
                  <c:v>jan/20</c:v>
                </c:pt>
                <c:pt idx="179">
                  <c:v>fev/20</c:v>
                </c:pt>
                <c:pt idx="180">
                  <c:v>mar/20</c:v>
                </c:pt>
                <c:pt idx="181">
                  <c:v>abr/20</c:v>
                </c:pt>
                <c:pt idx="182">
                  <c:v>mai/20</c:v>
                </c:pt>
                <c:pt idx="183">
                  <c:v>jun/20</c:v>
                </c:pt>
                <c:pt idx="184">
                  <c:v>jul/20</c:v>
                </c:pt>
                <c:pt idx="185">
                  <c:v>ago/20</c:v>
                </c:pt>
                <c:pt idx="186">
                  <c:v>set/20</c:v>
                </c:pt>
                <c:pt idx="187">
                  <c:v>out/20</c:v>
                </c:pt>
                <c:pt idx="188">
                  <c:v>nov/20</c:v>
                </c:pt>
                <c:pt idx="189">
                  <c:v>dez/20</c:v>
                </c:pt>
                <c:pt idx="190">
                  <c:v>jan/21</c:v>
                </c:pt>
                <c:pt idx="191">
                  <c:v>fev/21</c:v>
                </c:pt>
                <c:pt idx="192">
                  <c:v>mar/21</c:v>
                </c:pt>
                <c:pt idx="193">
                  <c:v>abr/21</c:v>
                </c:pt>
                <c:pt idx="194">
                  <c:v>mai/21</c:v>
                </c:pt>
                <c:pt idx="195">
                  <c:v>jun/21</c:v>
                </c:pt>
                <c:pt idx="196">
                  <c:v>jul/21</c:v>
                </c:pt>
                <c:pt idx="197">
                  <c:v>ago/21</c:v>
                </c:pt>
                <c:pt idx="198">
                  <c:v>set/21</c:v>
                </c:pt>
                <c:pt idx="199">
                  <c:v>out/21</c:v>
                </c:pt>
                <c:pt idx="200">
                  <c:v>nov/21</c:v>
                </c:pt>
                <c:pt idx="201">
                  <c:v>dez/21</c:v>
                </c:pt>
                <c:pt idx="202">
                  <c:v>jan/22</c:v>
                </c:pt>
                <c:pt idx="203">
                  <c:v>fev/22</c:v>
                </c:pt>
                <c:pt idx="204">
                  <c:v>mar/22</c:v>
                </c:pt>
                <c:pt idx="205">
                  <c:v>abr/22</c:v>
                </c:pt>
                <c:pt idx="206">
                  <c:v>mai/22</c:v>
                </c:pt>
                <c:pt idx="207">
                  <c:v>jun/22</c:v>
                </c:pt>
                <c:pt idx="208">
                  <c:v>jul/22</c:v>
                </c:pt>
                <c:pt idx="209">
                  <c:v>ago/22</c:v>
                </c:pt>
                <c:pt idx="210">
                  <c:v>set/22</c:v>
                </c:pt>
                <c:pt idx="211">
                  <c:v>out/22</c:v>
                </c:pt>
                <c:pt idx="212">
                  <c:v>nov/22</c:v>
                </c:pt>
                <c:pt idx="213">
                  <c:v>dez/22</c:v>
                </c:pt>
                <c:pt idx="214">
                  <c:v>jan/23</c:v>
                </c:pt>
                <c:pt idx="215">
                  <c:v>fev/23</c:v>
                </c:pt>
                <c:pt idx="216">
                  <c:v>mar/23</c:v>
                </c:pt>
                <c:pt idx="217">
                  <c:v>abr/23</c:v>
                </c:pt>
                <c:pt idx="218">
                  <c:v>mai/23</c:v>
                </c:pt>
                <c:pt idx="219">
                  <c:v>jun/23</c:v>
                </c:pt>
                <c:pt idx="220">
                  <c:v>jul/23</c:v>
                </c:pt>
                <c:pt idx="221">
                  <c:v>ago/23</c:v>
                </c:pt>
                <c:pt idx="222">
                  <c:v>set/23</c:v>
                </c:pt>
                <c:pt idx="223">
                  <c:v>out/23</c:v>
                </c:pt>
                <c:pt idx="224">
                  <c:v>nov/23</c:v>
                </c:pt>
                <c:pt idx="225">
                  <c:v>dez/23</c:v>
                </c:pt>
                <c:pt idx="226">
                  <c:v>jan/24</c:v>
                </c:pt>
                <c:pt idx="227">
                  <c:v>fev/24</c:v>
                </c:pt>
                <c:pt idx="228">
                  <c:v>mar/24</c:v>
                </c:pt>
                <c:pt idx="229">
                  <c:v>abr/24</c:v>
                </c:pt>
                <c:pt idx="230">
                  <c:v>mai/24</c:v>
                </c:pt>
                <c:pt idx="231">
                  <c:v>jun/24</c:v>
                </c:pt>
                <c:pt idx="232">
                  <c:v>jul/24</c:v>
                </c:pt>
                <c:pt idx="233">
                  <c:v>ago/24</c:v>
                </c:pt>
                <c:pt idx="234">
                  <c:v>set/24</c:v>
                </c:pt>
                <c:pt idx="235">
                  <c:v>out/24</c:v>
                </c:pt>
                <c:pt idx="236">
                  <c:v>nov/24</c:v>
                </c:pt>
                <c:pt idx="237">
                  <c:v>dez/24</c:v>
                </c:pt>
                <c:pt idx="238">
                  <c:v>jan/25</c:v>
                </c:pt>
                <c:pt idx="239">
                  <c:v>fev/25</c:v>
                </c:pt>
                <c:pt idx="240">
                  <c:v>mar/25</c:v>
                </c:pt>
                <c:pt idx="241">
                  <c:v>abr/25</c:v>
                </c:pt>
                <c:pt idx="242">
                  <c:v>mai/25</c:v>
                </c:pt>
                <c:pt idx="243">
                  <c:v>jun/25</c:v>
                </c:pt>
                <c:pt idx="244">
                  <c:v>jul/25</c:v>
                </c:pt>
                <c:pt idx="245">
                  <c:v>ago/25</c:v>
                </c:pt>
                <c:pt idx="246">
                  <c:v>set/25</c:v>
                </c:pt>
                <c:pt idx="247">
                  <c:v>out/25</c:v>
                </c:pt>
                <c:pt idx="248">
                  <c:v>nov/25</c:v>
                </c:pt>
                <c:pt idx="249">
                  <c:v>dez/25</c:v>
                </c:pt>
                <c:pt idx="250">
                  <c:v>jan/26</c:v>
                </c:pt>
                <c:pt idx="251">
                  <c:v>fev/26</c:v>
                </c:pt>
                <c:pt idx="252">
                  <c:v>mar/26</c:v>
                </c:pt>
                <c:pt idx="253">
                  <c:v>abr/26</c:v>
                </c:pt>
                <c:pt idx="254">
                  <c:v>mai/26</c:v>
                </c:pt>
                <c:pt idx="255">
                  <c:v>jun/26</c:v>
                </c:pt>
                <c:pt idx="256">
                  <c:v>jul/26</c:v>
                </c:pt>
              </c:strCache>
            </c:strRef>
          </c:cat>
          <c:val>
            <c:numRef>
              <c:f>Sheet1!$C$2:$C$258</c:f>
              <c:numCache>
                <c:formatCode>0.0</c:formatCode>
                <c:ptCount val="257"/>
                <c:pt idx="0">
                  <c:v>17</c:v>
                </c:pt>
                <c:pt idx="1">
                  <c:v>17.2</c:v>
                </c:pt>
                <c:pt idx="2">
                  <c:v>17.420000000000002</c:v>
                </c:pt>
                <c:pt idx="3">
                  <c:v>17.55</c:v>
                </c:pt>
                <c:pt idx="4">
                  <c:v>17.71</c:v>
                </c:pt>
                <c:pt idx="5">
                  <c:v>17.93</c:v>
                </c:pt>
                <c:pt idx="6">
                  <c:v>18.29</c:v>
                </c:pt>
                <c:pt idx="7">
                  <c:v>18.55</c:v>
                </c:pt>
                <c:pt idx="8">
                  <c:v>18.63</c:v>
                </c:pt>
                <c:pt idx="9">
                  <c:v>18.68</c:v>
                </c:pt>
                <c:pt idx="10">
                  <c:v>18.68</c:v>
                </c:pt>
                <c:pt idx="11">
                  <c:v>18.95</c:v>
                </c:pt>
                <c:pt idx="12">
                  <c:v>19.28</c:v>
                </c:pt>
                <c:pt idx="13">
                  <c:v>19.53</c:v>
                </c:pt>
                <c:pt idx="14">
                  <c:v>19.559999999999999</c:v>
                </c:pt>
                <c:pt idx="15">
                  <c:v>19.55</c:v>
                </c:pt>
                <c:pt idx="16">
                  <c:v>19.5</c:v>
                </c:pt>
                <c:pt idx="17">
                  <c:v>19.649999999999999</c:v>
                </c:pt>
                <c:pt idx="18">
                  <c:v>19.510000000000002</c:v>
                </c:pt>
                <c:pt idx="19">
                  <c:v>19.43</c:v>
                </c:pt>
                <c:pt idx="20">
                  <c:v>19.260000000000002</c:v>
                </c:pt>
                <c:pt idx="21">
                  <c:v>19.5</c:v>
                </c:pt>
                <c:pt idx="22">
                  <c:v>19.39</c:v>
                </c:pt>
                <c:pt idx="23">
                  <c:v>19.27</c:v>
                </c:pt>
                <c:pt idx="24">
                  <c:v>18.93</c:v>
                </c:pt>
                <c:pt idx="25">
                  <c:v>18.75</c:v>
                </c:pt>
                <c:pt idx="26">
                  <c:v>18.559999999999999</c:v>
                </c:pt>
                <c:pt idx="27">
                  <c:v>18.87</c:v>
                </c:pt>
                <c:pt idx="28">
                  <c:v>19.23</c:v>
                </c:pt>
                <c:pt idx="29">
                  <c:v>19.43</c:v>
                </c:pt>
                <c:pt idx="30">
                  <c:v>19.29</c:v>
                </c:pt>
                <c:pt idx="31">
                  <c:v>19.28</c:v>
                </c:pt>
                <c:pt idx="32">
                  <c:v>19.43</c:v>
                </c:pt>
                <c:pt idx="33">
                  <c:v>19.37</c:v>
                </c:pt>
                <c:pt idx="34">
                  <c:v>19.62</c:v>
                </c:pt>
                <c:pt idx="35">
                  <c:v>19.850000000000001</c:v>
                </c:pt>
                <c:pt idx="36">
                  <c:v>20.239999999999998</c:v>
                </c:pt>
                <c:pt idx="37">
                  <c:v>20.41</c:v>
                </c:pt>
                <c:pt idx="38">
                  <c:v>20.440000000000001</c:v>
                </c:pt>
                <c:pt idx="39">
                  <c:v>20.41</c:v>
                </c:pt>
                <c:pt idx="40">
                  <c:v>20.47</c:v>
                </c:pt>
                <c:pt idx="41">
                  <c:v>20.58</c:v>
                </c:pt>
                <c:pt idx="42">
                  <c:v>20.64</c:v>
                </c:pt>
                <c:pt idx="43">
                  <c:v>20.77</c:v>
                </c:pt>
                <c:pt idx="44">
                  <c:v>20.77</c:v>
                </c:pt>
                <c:pt idx="45">
                  <c:v>20.87</c:v>
                </c:pt>
                <c:pt idx="46">
                  <c:v>20.89</c:v>
                </c:pt>
                <c:pt idx="47">
                  <c:v>21</c:v>
                </c:pt>
                <c:pt idx="48">
                  <c:v>21.06</c:v>
                </c:pt>
                <c:pt idx="49">
                  <c:v>21.16</c:v>
                </c:pt>
                <c:pt idx="50">
                  <c:v>21.34</c:v>
                </c:pt>
                <c:pt idx="51">
                  <c:v>21.66</c:v>
                </c:pt>
                <c:pt idx="52">
                  <c:v>21.81</c:v>
                </c:pt>
                <c:pt idx="53">
                  <c:v>21.89</c:v>
                </c:pt>
                <c:pt idx="54">
                  <c:v>21.99</c:v>
                </c:pt>
                <c:pt idx="55">
                  <c:v>22.15</c:v>
                </c:pt>
                <c:pt idx="56">
                  <c:v>22.22</c:v>
                </c:pt>
                <c:pt idx="57">
                  <c:v>22.2</c:v>
                </c:pt>
                <c:pt idx="58">
                  <c:v>22.3</c:v>
                </c:pt>
                <c:pt idx="59">
                  <c:v>22.27</c:v>
                </c:pt>
                <c:pt idx="60">
                  <c:v>22.34</c:v>
                </c:pt>
                <c:pt idx="61">
                  <c:v>22.48</c:v>
                </c:pt>
                <c:pt idx="62">
                  <c:v>22.72</c:v>
                </c:pt>
                <c:pt idx="63">
                  <c:v>23.04</c:v>
                </c:pt>
                <c:pt idx="64">
                  <c:v>23.09</c:v>
                </c:pt>
                <c:pt idx="65">
                  <c:v>23.13</c:v>
                </c:pt>
                <c:pt idx="66">
                  <c:v>23.23</c:v>
                </c:pt>
                <c:pt idx="67">
                  <c:v>23.18</c:v>
                </c:pt>
                <c:pt idx="68">
                  <c:v>23.54</c:v>
                </c:pt>
                <c:pt idx="69">
                  <c:v>23.96</c:v>
                </c:pt>
                <c:pt idx="70">
                  <c:v>24.19</c:v>
                </c:pt>
                <c:pt idx="71">
                  <c:v>23.96</c:v>
                </c:pt>
                <c:pt idx="72">
                  <c:v>23.92</c:v>
                </c:pt>
                <c:pt idx="73">
                  <c:v>23.84</c:v>
                </c:pt>
                <c:pt idx="74">
                  <c:v>23.77</c:v>
                </c:pt>
                <c:pt idx="75">
                  <c:v>23.58</c:v>
                </c:pt>
                <c:pt idx="76">
                  <c:v>23.49</c:v>
                </c:pt>
                <c:pt idx="77">
                  <c:v>23.7</c:v>
                </c:pt>
                <c:pt idx="78">
                  <c:v>24.2</c:v>
                </c:pt>
                <c:pt idx="79">
                  <c:v>24.67</c:v>
                </c:pt>
                <c:pt idx="80">
                  <c:v>24.62</c:v>
                </c:pt>
                <c:pt idx="81">
                  <c:v>24.58</c:v>
                </c:pt>
                <c:pt idx="82">
                  <c:v>24.54</c:v>
                </c:pt>
                <c:pt idx="83">
                  <c:v>24.49</c:v>
                </c:pt>
                <c:pt idx="84">
                  <c:v>24.54</c:v>
                </c:pt>
                <c:pt idx="85">
                  <c:v>24.47</c:v>
                </c:pt>
                <c:pt idx="86">
                  <c:v>24.53</c:v>
                </c:pt>
                <c:pt idx="87">
                  <c:v>24.38</c:v>
                </c:pt>
                <c:pt idx="88">
                  <c:v>24.09</c:v>
                </c:pt>
                <c:pt idx="89">
                  <c:v>23.8</c:v>
                </c:pt>
                <c:pt idx="90">
                  <c:v>23.59</c:v>
                </c:pt>
                <c:pt idx="91">
                  <c:v>23.44</c:v>
                </c:pt>
                <c:pt idx="92">
                  <c:v>23.46</c:v>
                </c:pt>
                <c:pt idx="93">
                  <c:v>23.47</c:v>
                </c:pt>
                <c:pt idx="94">
                  <c:v>23.15</c:v>
                </c:pt>
                <c:pt idx="95">
                  <c:v>23.09</c:v>
                </c:pt>
                <c:pt idx="96">
                  <c:v>22.89</c:v>
                </c:pt>
                <c:pt idx="97">
                  <c:v>22.75</c:v>
                </c:pt>
                <c:pt idx="98">
                  <c:v>22.33</c:v>
                </c:pt>
                <c:pt idx="99">
                  <c:v>22.21</c:v>
                </c:pt>
                <c:pt idx="100">
                  <c:v>22.18</c:v>
                </c:pt>
                <c:pt idx="101">
                  <c:v>22.24</c:v>
                </c:pt>
                <c:pt idx="102">
                  <c:v>22.31</c:v>
                </c:pt>
                <c:pt idx="103">
                  <c:v>22.3</c:v>
                </c:pt>
                <c:pt idx="104">
                  <c:v>22.44</c:v>
                </c:pt>
                <c:pt idx="105">
                  <c:v>22.68</c:v>
                </c:pt>
                <c:pt idx="106">
                  <c:v>22.59</c:v>
                </c:pt>
                <c:pt idx="107">
                  <c:v>22.58</c:v>
                </c:pt>
                <c:pt idx="108">
                  <c:v>22.48</c:v>
                </c:pt>
                <c:pt idx="109">
                  <c:v>22.6</c:v>
                </c:pt>
                <c:pt idx="110">
                  <c:v>22.71</c:v>
                </c:pt>
                <c:pt idx="111">
                  <c:v>22.78</c:v>
                </c:pt>
                <c:pt idx="112">
                  <c:v>22.83</c:v>
                </c:pt>
                <c:pt idx="113">
                  <c:v>22.67</c:v>
                </c:pt>
                <c:pt idx="114">
                  <c:v>22.7</c:v>
                </c:pt>
                <c:pt idx="115">
                  <c:v>22.72</c:v>
                </c:pt>
                <c:pt idx="116">
                  <c:v>23.11</c:v>
                </c:pt>
                <c:pt idx="117">
                  <c:v>23.48</c:v>
                </c:pt>
                <c:pt idx="118">
                  <c:v>23.92</c:v>
                </c:pt>
                <c:pt idx="119">
                  <c:v>24.08</c:v>
                </c:pt>
                <c:pt idx="120">
                  <c:v>24.02</c:v>
                </c:pt>
                <c:pt idx="121">
                  <c:v>24.18</c:v>
                </c:pt>
                <c:pt idx="122">
                  <c:v>24.18</c:v>
                </c:pt>
                <c:pt idx="123">
                  <c:v>24.29</c:v>
                </c:pt>
                <c:pt idx="124">
                  <c:v>24.3</c:v>
                </c:pt>
                <c:pt idx="125">
                  <c:v>24.37</c:v>
                </c:pt>
                <c:pt idx="126">
                  <c:v>24.61</c:v>
                </c:pt>
                <c:pt idx="127">
                  <c:v>24.22</c:v>
                </c:pt>
                <c:pt idx="128">
                  <c:v>23.75</c:v>
                </c:pt>
                <c:pt idx="129">
                  <c:v>22.99</c:v>
                </c:pt>
                <c:pt idx="130">
                  <c:v>23.26</c:v>
                </c:pt>
                <c:pt idx="131">
                  <c:v>23.37</c:v>
                </c:pt>
                <c:pt idx="132">
                  <c:v>23.65</c:v>
                </c:pt>
                <c:pt idx="133">
                  <c:v>23.7</c:v>
                </c:pt>
                <c:pt idx="134">
                  <c:v>23.97</c:v>
                </c:pt>
                <c:pt idx="135">
                  <c:v>24.04</c:v>
                </c:pt>
                <c:pt idx="136">
                  <c:v>23.84</c:v>
                </c:pt>
                <c:pt idx="137">
                  <c:v>23.79</c:v>
                </c:pt>
                <c:pt idx="138">
                  <c:v>23.81</c:v>
                </c:pt>
                <c:pt idx="139">
                  <c:v>23.74</c:v>
                </c:pt>
                <c:pt idx="140">
                  <c:v>23.57</c:v>
                </c:pt>
                <c:pt idx="141">
                  <c:v>23.22</c:v>
                </c:pt>
                <c:pt idx="142">
                  <c:v>23.15</c:v>
                </c:pt>
                <c:pt idx="143">
                  <c:v>22.96</c:v>
                </c:pt>
                <c:pt idx="144">
                  <c:v>22.93</c:v>
                </c:pt>
                <c:pt idx="145">
                  <c:v>22.54</c:v>
                </c:pt>
                <c:pt idx="146">
                  <c:v>22.18</c:v>
                </c:pt>
                <c:pt idx="147">
                  <c:v>22.17</c:v>
                </c:pt>
                <c:pt idx="148">
                  <c:v>22.35</c:v>
                </c:pt>
                <c:pt idx="149">
                  <c:v>22.66</c:v>
                </c:pt>
                <c:pt idx="150">
                  <c:v>22.78</c:v>
                </c:pt>
                <c:pt idx="151">
                  <c:v>22.56</c:v>
                </c:pt>
                <c:pt idx="152">
                  <c:v>22.34</c:v>
                </c:pt>
                <c:pt idx="153">
                  <c:v>22.09</c:v>
                </c:pt>
                <c:pt idx="154">
                  <c:v>21.94</c:v>
                </c:pt>
                <c:pt idx="155">
                  <c:v>21.89</c:v>
                </c:pt>
                <c:pt idx="156">
                  <c:v>21.99</c:v>
                </c:pt>
                <c:pt idx="157">
                  <c:v>22.25</c:v>
                </c:pt>
                <c:pt idx="158">
                  <c:v>22.48</c:v>
                </c:pt>
                <c:pt idx="159">
                  <c:v>22.86</c:v>
                </c:pt>
                <c:pt idx="160">
                  <c:v>22.4</c:v>
                </c:pt>
                <c:pt idx="161">
                  <c:v>22.1</c:v>
                </c:pt>
                <c:pt idx="162">
                  <c:v>22.16</c:v>
                </c:pt>
                <c:pt idx="163">
                  <c:v>22.16</c:v>
                </c:pt>
                <c:pt idx="164">
                  <c:v>22.31</c:v>
                </c:pt>
                <c:pt idx="165">
                  <c:v>22.58</c:v>
                </c:pt>
                <c:pt idx="166">
                  <c:v>22.75</c:v>
                </c:pt>
                <c:pt idx="167">
                  <c:v>22.96</c:v>
                </c:pt>
                <c:pt idx="168">
                  <c:v>22.96</c:v>
                </c:pt>
                <c:pt idx="169">
                  <c:v>23.5</c:v>
                </c:pt>
                <c:pt idx="170">
                  <c:v>23.85</c:v>
                </c:pt>
                <c:pt idx="171">
                  <c:v>25.13</c:v>
                </c:pt>
                <c:pt idx="172">
                  <c:v>24.69</c:v>
                </c:pt>
                <c:pt idx="173">
                  <c:v>24.73</c:v>
                </c:pt>
                <c:pt idx="174">
                  <c:v>23.91</c:v>
                </c:pt>
                <c:pt idx="175">
                  <c:v>23.53</c:v>
                </c:pt>
                <c:pt idx="176">
                  <c:v>22.99</c:v>
                </c:pt>
                <c:pt idx="177">
                  <c:v>22.65</c:v>
                </c:pt>
                <c:pt idx="178">
                  <c:v>22.59</c:v>
                </c:pt>
                <c:pt idx="179">
                  <c:v>22.64</c:v>
                </c:pt>
                <c:pt idx="180">
                  <c:v>23.71</c:v>
                </c:pt>
                <c:pt idx="181">
                  <c:v>23.25</c:v>
                </c:pt>
                <c:pt idx="182">
                  <c:v>21.83</c:v>
                </c:pt>
                <c:pt idx="183">
                  <c:v>20.54</c:v>
                </c:pt>
                <c:pt idx="184">
                  <c:v>19.920000000000002</c:v>
                </c:pt>
                <c:pt idx="185">
                  <c:v>19.77</c:v>
                </c:pt>
                <c:pt idx="186">
                  <c:v>20.03</c:v>
                </c:pt>
                <c:pt idx="187">
                  <c:v>20.45</c:v>
                </c:pt>
                <c:pt idx="188">
                  <c:v>21.25</c:v>
                </c:pt>
                <c:pt idx="189">
                  <c:v>21.84</c:v>
                </c:pt>
                <c:pt idx="190">
                  <c:v>22.17</c:v>
                </c:pt>
                <c:pt idx="191">
                  <c:v>21.97</c:v>
                </c:pt>
                <c:pt idx="192">
                  <c:v>22.32</c:v>
                </c:pt>
                <c:pt idx="193">
                  <c:v>22.39</c:v>
                </c:pt>
                <c:pt idx="194">
                  <c:v>22.78</c:v>
                </c:pt>
                <c:pt idx="195">
                  <c:v>22.96</c:v>
                </c:pt>
                <c:pt idx="196">
                  <c:v>23.27</c:v>
                </c:pt>
                <c:pt idx="197">
                  <c:v>23.63</c:v>
                </c:pt>
                <c:pt idx="198">
                  <c:v>24.51</c:v>
                </c:pt>
                <c:pt idx="199">
                  <c:v>25.15</c:v>
                </c:pt>
                <c:pt idx="200">
                  <c:v>25.45</c:v>
                </c:pt>
                <c:pt idx="201">
                  <c:v>25.58</c:v>
                </c:pt>
                <c:pt idx="202">
                  <c:v>26.02</c:v>
                </c:pt>
                <c:pt idx="203">
                  <c:v>25.65</c:v>
                </c:pt>
                <c:pt idx="204">
                  <c:v>25.4</c:v>
                </c:pt>
                <c:pt idx="205">
                  <c:v>25.6</c:v>
                </c:pt>
                <c:pt idx="206">
                  <c:v>25.45</c:v>
                </c:pt>
                <c:pt idx="207">
                  <c:v>25.96</c:v>
                </c:pt>
                <c:pt idx="208">
                  <c:v>26.5</c:v>
                </c:pt>
                <c:pt idx="209">
                  <c:v>26.91</c:v>
                </c:pt>
                <c:pt idx="210">
                  <c:v>27.17</c:v>
                </c:pt>
                <c:pt idx="211">
                  <c:v>27.21</c:v>
                </c:pt>
                <c:pt idx="212">
                  <c:v>27.32</c:v>
                </c:pt>
                <c:pt idx="213">
                  <c:v>27.57</c:v>
                </c:pt>
                <c:pt idx="214">
                  <c:v>27.67</c:v>
                </c:pt>
                <c:pt idx="215">
                  <c:v>27.69</c:v>
                </c:pt>
                <c:pt idx="216">
                  <c:v>27.71</c:v>
                </c:pt>
                <c:pt idx="217">
                  <c:v>27.81</c:v>
                </c:pt>
                <c:pt idx="218">
                  <c:v>27.96</c:v>
                </c:pt>
                <c:pt idx="219">
                  <c:v>27.78</c:v>
                </c:pt>
                <c:pt idx="220">
                  <c:v>27.33</c:v>
                </c:pt>
                <c:pt idx="221">
                  <c:v>26.89</c:v>
                </c:pt>
                <c:pt idx="222">
                  <c:v>26.78</c:v>
                </c:pt>
                <c:pt idx="223">
                  <c:v>26.79</c:v>
                </c:pt>
                <c:pt idx="224">
                  <c:v>26.49</c:v>
                </c:pt>
                <c:pt idx="225">
                  <c:v>25.84</c:v>
                </c:pt>
                <c:pt idx="226">
                  <c:v>25.72</c:v>
                </c:pt>
                <c:pt idx="227">
                  <c:v>25.83</c:v>
                </c:pt>
                <c:pt idx="228">
                  <c:v>26.13</c:v>
                </c:pt>
                <c:pt idx="229">
                  <c:v>26.13</c:v>
                </c:pt>
                <c:pt idx="230">
                  <c:v>26.02</c:v>
                </c:pt>
                <c:pt idx="231">
                  <c:v>26.38</c:v>
                </c:pt>
                <c:pt idx="232">
                  <c:v>26.53</c:v>
                </c:pt>
                <c:pt idx="233">
                  <c:v>26.73</c:v>
                </c:pt>
                <c:pt idx="234">
                  <c:v>26.49</c:v>
                </c:pt>
                <c:pt idx="235">
                  <c:v>26.39</c:v>
                </c:pt>
                <c:pt idx="236">
                  <c:v>26.39</c:v>
                </c:pt>
                <c:pt idx="237">
                  <c:v>26.8</c:v>
                </c:pt>
                <c:pt idx="238">
                  <c:v>26.71</c:v>
                </c:pt>
                <c:pt idx="239">
                  <c:v>26.85</c:v>
                </c:pt>
                <c:pt idx="240">
                  <c:v>26.96</c:v>
                </c:pt>
                <c:pt idx="241">
                  <c:v>27.12</c:v>
                </c:pt>
                <c:pt idx="242">
                  <c:v>27.19</c:v>
                </c:pt>
                <c:pt idx="243">
                  <c:v>27.17</c:v>
                </c:pt>
                <c:pt idx="244">
                  <c:v>27.32</c:v>
                </c:pt>
                <c:pt idx="245">
                  <c:v>27.55</c:v>
                </c:pt>
                <c:pt idx="246">
                  <c:v>27.77</c:v>
                </c:pt>
                <c:pt idx="247">
                  <c:v>27.92</c:v>
                </c:pt>
                <c:pt idx="248">
                  <c:v>27.89</c:v>
                </c:pt>
                <c:pt idx="249">
                  <c:v>28.09</c:v>
                </c:pt>
                <c:pt idx="250">
                  <c:v>28.23</c:v>
                </c:pt>
                <c:pt idx="251">
                  <c:v>28.27</c:v>
                </c:pt>
                <c:pt idx="252">
                  <c:v>28.24</c:v>
                </c:pt>
                <c:pt idx="253">
                  <c:v>28.38</c:v>
                </c:pt>
                <c:pt idx="254">
                  <c:v>28.47</c:v>
                </c:pt>
                <c:pt idx="255">
                  <c:v>28.66</c:v>
                </c:pt>
                <c:pt idx="256">
                  <c:v>28.72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ECD-4FBD-9BC9-572FADCCA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PF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3BD-4CD7-BF53-49433591EAA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5.54</c:v>
                </c:pt>
                <c:pt idx="1">
                  <c:v>5.68</c:v>
                </c:pt>
                <c:pt idx="2">
                  <c:v>5.88</c:v>
                </c:pt>
                <c:pt idx="3">
                  <c:v>5.93</c:v>
                </c:pt>
                <c:pt idx="4">
                  <c:v>6.13</c:v>
                </c:pt>
                <c:pt idx="5">
                  <c:v>6.31</c:v>
                </c:pt>
                <c:pt idx="6">
                  <c:v>6.39</c:v>
                </c:pt>
                <c:pt idx="7">
                  <c:v>6.53</c:v>
                </c:pt>
                <c:pt idx="8">
                  <c:v>6.65</c:v>
                </c:pt>
                <c:pt idx="9">
                  <c:v>6.72</c:v>
                </c:pt>
                <c:pt idx="10">
                  <c:v>6.94</c:v>
                </c:pt>
                <c:pt idx="11">
                  <c:v>7</c:v>
                </c:pt>
                <c:pt idx="12">
                  <c:v>6.96</c:v>
                </c:pt>
                <c:pt idx="13">
                  <c:v>7.06</c:v>
                </c:pt>
                <c:pt idx="14">
                  <c:v>7.2</c:v>
                </c:pt>
                <c:pt idx="15">
                  <c:v>7.15</c:v>
                </c:pt>
                <c:pt idx="16">
                  <c:v>7.17</c:v>
                </c:pt>
                <c:pt idx="17">
                  <c:v>7.18</c:v>
                </c:pt>
                <c:pt idx="18">
                  <c:v>7.2</c:v>
                </c:pt>
                <c:pt idx="19">
                  <c:v>7.13</c:v>
                </c:pt>
                <c:pt idx="20">
                  <c:v>6.97</c:v>
                </c:pt>
                <c:pt idx="21">
                  <c:v>6.9</c:v>
                </c:pt>
                <c:pt idx="22">
                  <c:v>6.82</c:v>
                </c:pt>
                <c:pt idx="23">
                  <c:v>6.72</c:v>
                </c:pt>
                <c:pt idx="24">
                  <c:v>6.64</c:v>
                </c:pt>
                <c:pt idx="25">
                  <c:v>6.55</c:v>
                </c:pt>
                <c:pt idx="26">
                  <c:v>6.58</c:v>
                </c:pt>
                <c:pt idx="27">
                  <c:v>6.32</c:v>
                </c:pt>
                <c:pt idx="28">
                  <c:v>6.25</c:v>
                </c:pt>
                <c:pt idx="29">
                  <c:v>6.13</c:v>
                </c:pt>
                <c:pt idx="30">
                  <c:v>6.09</c:v>
                </c:pt>
                <c:pt idx="31">
                  <c:v>5.87</c:v>
                </c:pt>
                <c:pt idx="32">
                  <c:v>5.76</c:v>
                </c:pt>
                <c:pt idx="33">
                  <c:v>5.76</c:v>
                </c:pt>
                <c:pt idx="34">
                  <c:v>5.68</c:v>
                </c:pt>
                <c:pt idx="35">
                  <c:v>5.6</c:v>
                </c:pt>
                <c:pt idx="36">
                  <c:v>5.63</c:v>
                </c:pt>
                <c:pt idx="37">
                  <c:v>5.66</c:v>
                </c:pt>
                <c:pt idx="38">
                  <c:v>5.8</c:v>
                </c:pt>
                <c:pt idx="39">
                  <c:v>5.67</c:v>
                </c:pt>
                <c:pt idx="40">
                  <c:v>5.75</c:v>
                </c:pt>
                <c:pt idx="41">
                  <c:v>5.75</c:v>
                </c:pt>
                <c:pt idx="42">
                  <c:v>5.73</c:v>
                </c:pt>
                <c:pt idx="43">
                  <c:v>5.67</c:v>
                </c:pt>
                <c:pt idx="44">
                  <c:v>5.51</c:v>
                </c:pt>
                <c:pt idx="45">
                  <c:v>5.36</c:v>
                </c:pt>
                <c:pt idx="46">
                  <c:v>5.38</c:v>
                </c:pt>
                <c:pt idx="47">
                  <c:v>5.4</c:v>
                </c:pt>
                <c:pt idx="48">
                  <c:v>5.22</c:v>
                </c:pt>
                <c:pt idx="49">
                  <c:v>5.33</c:v>
                </c:pt>
                <c:pt idx="50">
                  <c:v>5.5</c:v>
                </c:pt>
                <c:pt idx="51">
                  <c:v>5.36</c:v>
                </c:pt>
                <c:pt idx="52">
                  <c:v>5.51</c:v>
                </c:pt>
                <c:pt idx="53">
                  <c:v>5.67</c:v>
                </c:pt>
                <c:pt idx="54">
                  <c:v>5.81</c:v>
                </c:pt>
                <c:pt idx="55">
                  <c:v>5.84</c:v>
                </c:pt>
                <c:pt idx="56">
                  <c:v>6.03</c:v>
                </c:pt>
                <c:pt idx="57">
                  <c:v>6.24</c:v>
                </c:pt>
                <c:pt idx="58">
                  <c:v>6.32</c:v>
                </c:pt>
                <c:pt idx="59">
                  <c:v>6.27</c:v>
                </c:pt>
                <c:pt idx="60">
                  <c:v>6.24</c:v>
                </c:pt>
                <c:pt idx="61">
                  <c:v>6.33</c:v>
                </c:pt>
                <c:pt idx="62">
                  <c:v>6.4</c:v>
                </c:pt>
                <c:pt idx="63">
                  <c:v>6.23</c:v>
                </c:pt>
                <c:pt idx="64">
                  <c:v>6.28</c:v>
                </c:pt>
                <c:pt idx="65">
                  <c:v>6.29</c:v>
                </c:pt>
                <c:pt idx="66">
                  <c:v>6.31</c:v>
                </c:pt>
                <c:pt idx="67">
                  <c:v>6.24</c:v>
                </c:pt>
                <c:pt idx="68">
                  <c:v>6.16</c:v>
                </c:pt>
                <c:pt idx="69">
                  <c:v>6.13</c:v>
                </c:pt>
                <c:pt idx="70">
                  <c:v>6.09</c:v>
                </c:pt>
                <c:pt idx="71">
                  <c:v>6</c:v>
                </c:pt>
                <c:pt idx="72">
                  <c:v>5.97</c:v>
                </c:pt>
                <c:pt idx="73">
                  <c:v>5.94</c:v>
                </c:pt>
                <c:pt idx="74">
                  <c:v>6.02</c:v>
                </c:pt>
                <c:pt idx="75">
                  <c:v>5.84</c:v>
                </c:pt>
                <c:pt idx="76">
                  <c:v>5.81</c:v>
                </c:pt>
                <c:pt idx="77">
                  <c:v>5.81</c:v>
                </c:pt>
                <c:pt idx="78">
                  <c:v>5.7</c:v>
                </c:pt>
                <c:pt idx="79">
                  <c:v>5.64</c:v>
                </c:pt>
                <c:pt idx="80">
                  <c:v>5.48</c:v>
                </c:pt>
                <c:pt idx="81">
                  <c:v>5.31</c:v>
                </c:pt>
                <c:pt idx="82">
                  <c:v>5.34</c:v>
                </c:pt>
                <c:pt idx="83">
                  <c:v>5.23</c:v>
                </c:pt>
                <c:pt idx="84">
                  <c:v>5.17</c:v>
                </c:pt>
                <c:pt idx="85">
                  <c:v>5.16</c:v>
                </c:pt>
                <c:pt idx="86">
                  <c:v>5.12</c:v>
                </c:pt>
                <c:pt idx="87">
                  <c:v>5.04</c:v>
                </c:pt>
                <c:pt idx="88">
                  <c:v>5.0999999999999996</c:v>
                </c:pt>
                <c:pt idx="89">
                  <c:v>5.07</c:v>
                </c:pt>
                <c:pt idx="90">
                  <c:v>5.05</c:v>
                </c:pt>
                <c:pt idx="91">
                  <c:v>5.01</c:v>
                </c:pt>
                <c:pt idx="92">
                  <c:v>4.8499999999999996</c:v>
                </c:pt>
                <c:pt idx="93">
                  <c:v>4.88</c:v>
                </c:pt>
                <c:pt idx="94">
                  <c:v>4.8899999999999997</c:v>
                </c:pt>
                <c:pt idx="95">
                  <c:v>4.78</c:v>
                </c:pt>
                <c:pt idx="96">
                  <c:v>4.8099999999999996</c:v>
                </c:pt>
                <c:pt idx="97">
                  <c:v>4.8099999999999996</c:v>
                </c:pt>
                <c:pt idx="98">
                  <c:v>4.8899999999999997</c:v>
                </c:pt>
                <c:pt idx="99">
                  <c:v>4.87</c:v>
                </c:pt>
                <c:pt idx="100">
                  <c:v>4.92</c:v>
                </c:pt>
                <c:pt idx="101">
                  <c:v>4.95</c:v>
                </c:pt>
                <c:pt idx="102">
                  <c:v>5.07</c:v>
                </c:pt>
                <c:pt idx="103">
                  <c:v>5.07</c:v>
                </c:pt>
                <c:pt idx="104">
                  <c:v>5.0599999999999996</c:v>
                </c:pt>
                <c:pt idx="105">
                  <c:v>5.0999999999999996</c:v>
                </c:pt>
                <c:pt idx="106">
                  <c:v>5.05</c:v>
                </c:pt>
                <c:pt idx="107">
                  <c:v>5.17</c:v>
                </c:pt>
                <c:pt idx="108">
                  <c:v>5.29</c:v>
                </c:pt>
                <c:pt idx="109">
                  <c:v>5.6</c:v>
                </c:pt>
                <c:pt idx="110">
                  <c:v>5.69</c:v>
                </c:pt>
                <c:pt idx="111">
                  <c:v>5.39</c:v>
                </c:pt>
                <c:pt idx="112">
                  <c:v>5.2</c:v>
                </c:pt>
                <c:pt idx="113">
                  <c:v>4.95</c:v>
                </c:pt>
                <c:pt idx="114">
                  <c:v>4.7300000000000004</c:v>
                </c:pt>
                <c:pt idx="115">
                  <c:v>4.59</c:v>
                </c:pt>
                <c:pt idx="116">
                  <c:v>4.3600000000000003</c:v>
                </c:pt>
                <c:pt idx="117">
                  <c:v>4.2300000000000004</c:v>
                </c:pt>
                <c:pt idx="118">
                  <c:v>4.2</c:v>
                </c:pt>
                <c:pt idx="119">
                  <c:v>4.13</c:v>
                </c:pt>
                <c:pt idx="120">
                  <c:v>4.09</c:v>
                </c:pt>
                <c:pt idx="121">
                  <c:v>4.0999999999999996</c:v>
                </c:pt>
                <c:pt idx="122">
                  <c:v>4.17</c:v>
                </c:pt>
                <c:pt idx="123">
                  <c:v>4.0999999999999996</c:v>
                </c:pt>
                <c:pt idx="124">
                  <c:v>4.16</c:v>
                </c:pt>
                <c:pt idx="125">
                  <c:v>4.2</c:v>
                </c:pt>
                <c:pt idx="126">
                  <c:v>4.29</c:v>
                </c:pt>
                <c:pt idx="127">
                  <c:v>4.3099999999999996</c:v>
                </c:pt>
                <c:pt idx="128">
                  <c:v>4.34</c:v>
                </c:pt>
                <c:pt idx="129">
                  <c:v>4.45</c:v>
                </c:pt>
                <c:pt idx="130">
                  <c:v>4.72</c:v>
                </c:pt>
                <c:pt idx="131">
                  <c:v>4.8099999999999996</c:v>
                </c:pt>
                <c:pt idx="132">
                  <c:v>4.9400000000000004</c:v>
                </c:pt>
                <c:pt idx="133">
                  <c:v>5.13</c:v>
                </c:pt>
                <c:pt idx="134">
                  <c:v>5.35</c:v>
                </c:pt>
                <c:pt idx="135">
                  <c:v>5.34</c:v>
                </c:pt>
                <c:pt idx="136">
                  <c:v>5.56</c:v>
                </c:pt>
                <c:pt idx="137">
                  <c:v>5.72</c:v>
                </c:pt>
                <c:pt idx="138">
                  <c:v>5.8</c:v>
                </c:pt>
                <c:pt idx="139">
                  <c:v>5.91</c:v>
                </c:pt>
                <c:pt idx="140">
                  <c:v>5.92</c:v>
                </c:pt>
                <c:pt idx="141">
                  <c:v>6.02</c:v>
                </c:pt>
                <c:pt idx="142">
                  <c:v>6.22</c:v>
                </c:pt>
                <c:pt idx="143">
                  <c:v>6.25</c:v>
                </c:pt>
                <c:pt idx="144">
                  <c:v>6.19</c:v>
                </c:pt>
                <c:pt idx="145">
                  <c:v>6.35</c:v>
                </c:pt>
                <c:pt idx="146">
                  <c:v>6.47</c:v>
                </c:pt>
                <c:pt idx="147">
                  <c:v>6.42</c:v>
                </c:pt>
                <c:pt idx="148">
                  <c:v>6.31</c:v>
                </c:pt>
                <c:pt idx="149">
                  <c:v>6.2</c:v>
                </c:pt>
                <c:pt idx="150">
                  <c:v>6.07</c:v>
                </c:pt>
                <c:pt idx="151">
                  <c:v>6.05</c:v>
                </c:pt>
                <c:pt idx="152">
                  <c:v>5.91</c:v>
                </c:pt>
                <c:pt idx="153">
                  <c:v>5.73</c:v>
                </c:pt>
                <c:pt idx="154">
                  <c:v>5.7</c:v>
                </c:pt>
                <c:pt idx="155">
                  <c:v>5.66</c:v>
                </c:pt>
                <c:pt idx="156">
                  <c:v>5.58</c:v>
                </c:pt>
                <c:pt idx="157">
                  <c:v>5.63</c:v>
                </c:pt>
                <c:pt idx="158">
                  <c:v>5.72</c:v>
                </c:pt>
                <c:pt idx="159">
                  <c:v>5.59</c:v>
                </c:pt>
                <c:pt idx="160">
                  <c:v>5.65</c:v>
                </c:pt>
                <c:pt idx="161">
                  <c:v>5.65</c:v>
                </c:pt>
                <c:pt idx="162">
                  <c:v>5.69</c:v>
                </c:pt>
                <c:pt idx="163">
                  <c:v>5.59</c:v>
                </c:pt>
                <c:pt idx="164">
                  <c:v>5.47</c:v>
                </c:pt>
                <c:pt idx="165">
                  <c:v>5.4</c:v>
                </c:pt>
                <c:pt idx="166">
                  <c:v>5.74</c:v>
                </c:pt>
                <c:pt idx="167">
                  <c:v>5.81</c:v>
                </c:pt>
                <c:pt idx="168">
                  <c:v>5.91</c:v>
                </c:pt>
                <c:pt idx="169">
                  <c:v>6.21</c:v>
                </c:pt>
                <c:pt idx="170">
                  <c:v>6.38</c:v>
                </c:pt>
                <c:pt idx="171">
                  <c:v>6.5</c:v>
                </c:pt>
                <c:pt idx="172">
                  <c:v>6.73</c:v>
                </c:pt>
                <c:pt idx="173">
                  <c:v>6.97</c:v>
                </c:pt>
                <c:pt idx="174">
                  <c:v>6.89</c:v>
                </c:pt>
                <c:pt idx="175">
                  <c:v>6.86</c:v>
                </c:pt>
                <c:pt idx="176">
                  <c:v>6.94</c:v>
                </c:pt>
                <c:pt idx="177">
                  <c:v>7.06</c:v>
                </c:pt>
                <c:pt idx="178">
                  <c:v>7.17</c:v>
                </c:pt>
                <c:pt idx="179">
                  <c:v>7.42</c:v>
                </c:pt>
                <c:pt idx="180">
                  <c:v>7.25</c:v>
                </c:pt>
                <c:pt idx="181">
                  <c:v>7.37</c:v>
                </c:pt>
                <c:pt idx="182">
                  <c:v>7.56</c:v>
                </c:pt>
                <c:pt idx="183">
                  <c:v>7.37</c:v>
                </c:pt>
                <c:pt idx="184">
                  <c:v>7.78</c:v>
                </c:pt>
                <c:pt idx="185">
                  <c:v>8.01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3BD-4CD7-BF53-49433591EA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24"/>
        <c:tickMarkSkip val="24"/>
        <c:noMultiLvlLbl val="0"/>
      </c:catAx>
      <c:valAx>
        <c:axId val="2140495176"/>
        <c:scaling>
          <c:orientation val="minMax"/>
          <c:max val="9"/>
          <c:min val="3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 (mediana QPC)</c:v>
                </c:pt>
              </c:strCache>
            </c:strRef>
          </c:tx>
          <c:spPr>
            <a:solidFill>
              <a:srgbClr val="7F9BE6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>
                    <a:solidFill>
                      <a:srgbClr val="1E1E29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Sheet1!$B$2:$B$3</c:f>
              <c:numCache>
                <c:formatCode>#,##0</c:formatCode>
                <c:ptCount val="2"/>
                <c:pt idx="0">
                  <c:v>-54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07-4307-A752-067F6ED7BE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PLOA 2027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Resultado primário</c:v>
                </c:pt>
                <c:pt idx="1">
                  <c:v>Resultado para a meta*</c:v>
                </c:pt>
              </c:strCache>
            </c:strRef>
          </c:cat>
          <c:val>
            <c:numRef>
              <c:f>Sheet1!$C$2:$C$3</c:f>
              <c:numCache>
                <c:formatCode>#,##0</c:formatCode>
                <c:ptCount val="2"/>
                <c:pt idx="0">
                  <c:v>19</c:v>
                </c:pt>
                <c:pt idx="1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A07-4307-A752-067F6ED7BE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DLSP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Sheet1!$B$2:$B$26</c:f>
              <c:numCache>
                <c:formatCode>0.0</c:formatCode>
                <c:ptCount val="25"/>
                <c:pt idx="0">
                  <c:v>46.49</c:v>
                </c:pt>
                <c:pt idx="1">
                  <c:v>44.55</c:v>
                </c:pt>
                <c:pt idx="2">
                  <c:v>37.57</c:v>
                </c:pt>
                <c:pt idx="3">
                  <c:v>40.880000000000003</c:v>
                </c:pt>
                <c:pt idx="4">
                  <c:v>37.979999999999997</c:v>
                </c:pt>
                <c:pt idx="5">
                  <c:v>34.47</c:v>
                </c:pt>
                <c:pt idx="6">
                  <c:v>32.19</c:v>
                </c:pt>
                <c:pt idx="7">
                  <c:v>30.5</c:v>
                </c:pt>
                <c:pt idx="8">
                  <c:v>32.590000000000003</c:v>
                </c:pt>
                <c:pt idx="9">
                  <c:v>35.64</c:v>
                </c:pt>
                <c:pt idx="10">
                  <c:v>46.14</c:v>
                </c:pt>
                <c:pt idx="11">
                  <c:v>51.37</c:v>
                </c:pt>
                <c:pt idx="12">
                  <c:v>52.77</c:v>
                </c:pt>
                <c:pt idx="13">
                  <c:v>54.7</c:v>
                </c:pt>
                <c:pt idx="14">
                  <c:v>61.37</c:v>
                </c:pt>
                <c:pt idx="15">
                  <c:v>55.11</c:v>
                </c:pt>
                <c:pt idx="16">
                  <c:v>56.13</c:v>
                </c:pt>
                <c:pt idx="17">
                  <c:v>60.43</c:v>
                </c:pt>
                <c:pt idx="18">
                  <c:v>61.3</c:v>
                </c:pt>
                <c:pt idx="19">
                  <c:v>65.239999999999995</c:v>
                </c:pt>
                <c:pt idx="20">
                  <c:v>69.27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CBF-4FA1-846D-42579BD4C4D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DBGG (projeção Focus)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dLbls>
            <c:dLbl>
              <c:idx val="2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20" formatCode="0.0">
                  <c:v>82.87</c:v>
                </c:pt>
                <c:pt idx="21" formatCode="0.0">
                  <c:v>87.2</c:v>
                </c:pt>
                <c:pt idx="22" formatCode="0.0">
                  <c:v>90.100099999999998</c:v>
                </c:pt>
                <c:pt idx="23" formatCode="0.0">
                  <c:v>92.65</c:v>
                </c:pt>
                <c:pt idx="24" formatCode="0.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CBF-4FA1-846D-42579BD4C4D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DBGG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2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CBF-4FA1-846D-42579BD4C4D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2006</c:v>
                </c:pt>
                <c:pt idx="1">
                  <c:v>2007</c:v>
                </c:pt>
                <c:pt idx="2">
                  <c:v>2008</c:v>
                </c:pt>
                <c:pt idx="3">
                  <c:v>2009</c:v>
                </c:pt>
                <c:pt idx="4">
                  <c:v>2010</c:v>
                </c:pt>
                <c:pt idx="5">
                  <c:v>2011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  <c:pt idx="10">
                  <c:v>2016</c:v>
                </c:pt>
                <c:pt idx="11">
                  <c:v>2017</c:v>
                </c:pt>
                <c:pt idx="12">
                  <c:v>2018</c:v>
                </c:pt>
                <c:pt idx="13">
                  <c:v>2019</c:v>
                </c:pt>
                <c:pt idx="14">
                  <c:v>2020</c:v>
                </c:pt>
                <c:pt idx="15">
                  <c:v>2021</c:v>
                </c:pt>
                <c:pt idx="16">
                  <c:v>2022</c:v>
                </c:pt>
                <c:pt idx="17">
                  <c:v>2023</c:v>
                </c:pt>
                <c:pt idx="18">
                  <c:v>2024</c:v>
                </c:pt>
                <c:pt idx="19">
                  <c:v>2025</c:v>
                </c:pt>
                <c:pt idx="20">
                  <c:v>2026</c:v>
                </c:pt>
                <c:pt idx="21">
                  <c:v>2027</c:v>
                </c:pt>
                <c:pt idx="22">
                  <c:v>2028</c:v>
                </c:pt>
                <c:pt idx="23">
                  <c:v>2029</c:v>
                </c:pt>
                <c:pt idx="24">
                  <c:v>2030</c:v>
                </c:pt>
              </c:strCache>
            </c:strRef>
          </c:cat>
          <c:val>
            <c:numRef>
              <c:f>Sheet1!$D$2:$D$26</c:f>
              <c:numCache>
                <c:formatCode>0.0</c:formatCode>
                <c:ptCount val="25"/>
                <c:pt idx="0">
                  <c:v>55.48</c:v>
                </c:pt>
                <c:pt idx="1">
                  <c:v>56.72</c:v>
                </c:pt>
                <c:pt idx="2">
                  <c:v>55.98</c:v>
                </c:pt>
                <c:pt idx="3">
                  <c:v>59.21</c:v>
                </c:pt>
                <c:pt idx="4">
                  <c:v>51.77</c:v>
                </c:pt>
                <c:pt idx="5">
                  <c:v>51.27</c:v>
                </c:pt>
                <c:pt idx="6">
                  <c:v>53.67</c:v>
                </c:pt>
                <c:pt idx="7">
                  <c:v>51.54</c:v>
                </c:pt>
                <c:pt idx="8">
                  <c:v>56.28</c:v>
                </c:pt>
                <c:pt idx="9">
                  <c:v>65.5</c:v>
                </c:pt>
                <c:pt idx="10">
                  <c:v>69.84</c:v>
                </c:pt>
                <c:pt idx="11">
                  <c:v>73.72</c:v>
                </c:pt>
                <c:pt idx="12">
                  <c:v>75.27</c:v>
                </c:pt>
                <c:pt idx="13">
                  <c:v>74.44</c:v>
                </c:pt>
                <c:pt idx="14">
                  <c:v>86.94</c:v>
                </c:pt>
                <c:pt idx="15">
                  <c:v>77.31</c:v>
                </c:pt>
                <c:pt idx="16">
                  <c:v>71.680000000000007</c:v>
                </c:pt>
                <c:pt idx="17">
                  <c:v>73.83</c:v>
                </c:pt>
                <c:pt idx="18">
                  <c:v>76.27</c:v>
                </c:pt>
                <c:pt idx="19">
                  <c:v>78.64</c:v>
                </c:pt>
                <c:pt idx="20">
                  <c:v>82.87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CBF-4FA1-846D-42579BD4C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Jovens (0-14)</c:v>
                </c:pt>
              </c:strCache>
            </c:strRef>
          </c:tx>
          <c:spPr>
            <a:ln w="19050">
              <a:solidFill>
                <a:srgbClr val="B9BEC8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B9BEC8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Sheet1!$B$2:$B$72</c:f>
              <c:numCache>
                <c:formatCode>0.0</c:formatCode>
                <c:ptCount val="71"/>
                <c:pt idx="0">
                  <c:v>46.7</c:v>
                </c:pt>
                <c:pt idx="1">
                  <c:v>45.53</c:v>
                </c:pt>
                <c:pt idx="2">
                  <c:v>44.39</c:v>
                </c:pt>
                <c:pt idx="3">
                  <c:v>43.3</c:v>
                </c:pt>
                <c:pt idx="4">
                  <c:v>42.26</c:v>
                </c:pt>
                <c:pt idx="5">
                  <c:v>41.26</c:v>
                </c:pt>
                <c:pt idx="6">
                  <c:v>40.28</c:v>
                </c:pt>
                <c:pt idx="7">
                  <c:v>39.26</c:v>
                </c:pt>
                <c:pt idx="8">
                  <c:v>38.25</c:v>
                </c:pt>
                <c:pt idx="9">
                  <c:v>37.270000000000003</c:v>
                </c:pt>
                <c:pt idx="10">
                  <c:v>36.340000000000003</c:v>
                </c:pt>
                <c:pt idx="11">
                  <c:v>35.479999999999997</c:v>
                </c:pt>
                <c:pt idx="12">
                  <c:v>34.659999999999997</c:v>
                </c:pt>
                <c:pt idx="13">
                  <c:v>33.869999999999997</c:v>
                </c:pt>
                <c:pt idx="14">
                  <c:v>33.14</c:v>
                </c:pt>
                <c:pt idx="15">
                  <c:v>32.520000000000003</c:v>
                </c:pt>
                <c:pt idx="16">
                  <c:v>31.96</c:v>
                </c:pt>
                <c:pt idx="17">
                  <c:v>31.45</c:v>
                </c:pt>
                <c:pt idx="18">
                  <c:v>31.04</c:v>
                </c:pt>
                <c:pt idx="19">
                  <c:v>30.65</c:v>
                </c:pt>
                <c:pt idx="20">
                  <c:v>30.24</c:v>
                </c:pt>
                <c:pt idx="21">
                  <c:v>29.83</c:v>
                </c:pt>
                <c:pt idx="22">
                  <c:v>29.46</c:v>
                </c:pt>
                <c:pt idx="23">
                  <c:v>29.05</c:v>
                </c:pt>
                <c:pt idx="24">
                  <c:v>28.64</c:v>
                </c:pt>
                <c:pt idx="25">
                  <c:v>28.26</c:v>
                </c:pt>
                <c:pt idx="26">
                  <c:v>27.84</c:v>
                </c:pt>
                <c:pt idx="27">
                  <c:v>27.39</c:v>
                </c:pt>
                <c:pt idx="28">
                  <c:v>26.93</c:v>
                </c:pt>
                <c:pt idx="29">
                  <c:v>26.43</c:v>
                </c:pt>
                <c:pt idx="30">
                  <c:v>25.87</c:v>
                </c:pt>
                <c:pt idx="31">
                  <c:v>25.35</c:v>
                </c:pt>
                <c:pt idx="32">
                  <c:v>24.88</c:v>
                </c:pt>
                <c:pt idx="33">
                  <c:v>24.35</c:v>
                </c:pt>
                <c:pt idx="34">
                  <c:v>23.85</c:v>
                </c:pt>
                <c:pt idx="35">
                  <c:v>23.42</c:v>
                </c:pt>
                <c:pt idx="36">
                  <c:v>23.07</c:v>
                </c:pt>
                <c:pt idx="37">
                  <c:v>22.78</c:v>
                </c:pt>
                <c:pt idx="38">
                  <c:v>22.53</c:v>
                </c:pt>
                <c:pt idx="39">
                  <c:v>22.31</c:v>
                </c:pt>
                <c:pt idx="40">
                  <c:v>22.13</c:v>
                </c:pt>
                <c:pt idx="41">
                  <c:v>21.98</c:v>
                </c:pt>
                <c:pt idx="42">
                  <c:v>21.86</c:v>
                </c:pt>
                <c:pt idx="43">
                  <c:v>21.77</c:v>
                </c:pt>
                <c:pt idx="44">
                  <c:v>21.71</c:v>
                </c:pt>
                <c:pt idx="45">
                  <c:v>21.66</c:v>
                </c:pt>
                <c:pt idx="46">
                  <c:v>21.63</c:v>
                </c:pt>
                <c:pt idx="47">
                  <c:v>21.6</c:v>
                </c:pt>
                <c:pt idx="48">
                  <c:v>21.59</c:v>
                </c:pt>
                <c:pt idx="49">
                  <c:v>21.57</c:v>
                </c:pt>
                <c:pt idx="50">
                  <c:v>21.56</c:v>
                </c:pt>
                <c:pt idx="51">
                  <c:v>21.55</c:v>
                </c:pt>
                <c:pt idx="52">
                  <c:v>21.53</c:v>
                </c:pt>
                <c:pt idx="53">
                  <c:v>21.5</c:v>
                </c:pt>
                <c:pt idx="54">
                  <c:v>21.47</c:v>
                </c:pt>
                <c:pt idx="55">
                  <c:v>21.43</c:v>
                </c:pt>
                <c:pt idx="56">
                  <c:v>21.38</c:v>
                </c:pt>
                <c:pt idx="57">
                  <c:v>21.34</c:v>
                </c:pt>
                <c:pt idx="58">
                  <c:v>21.3</c:v>
                </c:pt>
                <c:pt idx="59">
                  <c:v>21.26</c:v>
                </c:pt>
                <c:pt idx="60">
                  <c:v>21.22</c:v>
                </c:pt>
                <c:pt idx="61">
                  <c:v>21.18</c:v>
                </c:pt>
                <c:pt idx="62">
                  <c:v>21.14</c:v>
                </c:pt>
                <c:pt idx="63">
                  <c:v>21.11</c:v>
                </c:pt>
                <c:pt idx="64">
                  <c:v>21.08</c:v>
                </c:pt>
                <c:pt idx="65">
                  <c:v>21.05</c:v>
                </c:pt>
                <c:pt idx="66">
                  <c:v>21.03</c:v>
                </c:pt>
                <c:pt idx="67">
                  <c:v>21</c:v>
                </c:pt>
                <c:pt idx="68">
                  <c:v>20.98</c:v>
                </c:pt>
                <c:pt idx="69">
                  <c:v>20.96</c:v>
                </c:pt>
                <c:pt idx="70">
                  <c:v>20.96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0F-4139-A227-4268963048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Idosos (65+)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Sheet1!$C$2:$C$72</c:f>
              <c:numCache>
                <c:formatCode>0.0</c:formatCode>
                <c:ptCount val="71"/>
                <c:pt idx="0">
                  <c:v>9.41</c:v>
                </c:pt>
                <c:pt idx="1">
                  <c:v>9.5</c:v>
                </c:pt>
                <c:pt idx="2">
                  <c:v>9.6</c:v>
                </c:pt>
                <c:pt idx="3">
                  <c:v>9.7100000000000009</c:v>
                </c:pt>
                <c:pt idx="4">
                  <c:v>9.84</c:v>
                </c:pt>
                <c:pt idx="5">
                  <c:v>9.9600000000000009</c:v>
                </c:pt>
                <c:pt idx="6">
                  <c:v>10.09</c:v>
                </c:pt>
                <c:pt idx="7">
                  <c:v>10.23</c:v>
                </c:pt>
                <c:pt idx="8">
                  <c:v>10.37</c:v>
                </c:pt>
                <c:pt idx="9">
                  <c:v>10.53</c:v>
                </c:pt>
                <c:pt idx="10">
                  <c:v>10.73</c:v>
                </c:pt>
                <c:pt idx="11">
                  <c:v>10.97</c:v>
                </c:pt>
                <c:pt idx="12">
                  <c:v>11.23</c:v>
                </c:pt>
                <c:pt idx="13">
                  <c:v>11.51</c:v>
                </c:pt>
                <c:pt idx="14">
                  <c:v>11.82</c:v>
                </c:pt>
                <c:pt idx="15">
                  <c:v>12.15</c:v>
                </c:pt>
                <c:pt idx="16">
                  <c:v>12.51</c:v>
                </c:pt>
                <c:pt idx="17">
                  <c:v>12.91</c:v>
                </c:pt>
                <c:pt idx="18">
                  <c:v>13.34</c:v>
                </c:pt>
                <c:pt idx="19">
                  <c:v>13.79</c:v>
                </c:pt>
                <c:pt idx="20">
                  <c:v>14.22</c:v>
                </c:pt>
                <c:pt idx="21">
                  <c:v>14.61</c:v>
                </c:pt>
                <c:pt idx="22">
                  <c:v>15.04</c:v>
                </c:pt>
                <c:pt idx="23">
                  <c:v>15.57</c:v>
                </c:pt>
                <c:pt idx="24">
                  <c:v>16.149999999999999</c:v>
                </c:pt>
                <c:pt idx="25">
                  <c:v>16.760000000000002</c:v>
                </c:pt>
                <c:pt idx="26">
                  <c:v>17.39</c:v>
                </c:pt>
                <c:pt idx="27">
                  <c:v>18.03</c:v>
                </c:pt>
                <c:pt idx="28">
                  <c:v>18.68</c:v>
                </c:pt>
                <c:pt idx="29">
                  <c:v>19.329999999999998</c:v>
                </c:pt>
                <c:pt idx="30">
                  <c:v>19.98</c:v>
                </c:pt>
                <c:pt idx="31">
                  <c:v>20.64</c:v>
                </c:pt>
                <c:pt idx="32">
                  <c:v>21.3</c:v>
                </c:pt>
                <c:pt idx="33">
                  <c:v>21.94</c:v>
                </c:pt>
                <c:pt idx="34">
                  <c:v>22.57</c:v>
                </c:pt>
                <c:pt idx="35">
                  <c:v>23.22</c:v>
                </c:pt>
                <c:pt idx="36">
                  <c:v>23.88</c:v>
                </c:pt>
                <c:pt idx="37">
                  <c:v>24.57</c:v>
                </c:pt>
                <c:pt idx="38">
                  <c:v>25.27</c:v>
                </c:pt>
                <c:pt idx="39">
                  <c:v>25.98</c:v>
                </c:pt>
                <c:pt idx="40">
                  <c:v>26.73</c:v>
                </c:pt>
                <c:pt idx="41">
                  <c:v>27.53</c:v>
                </c:pt>
                <c:pt idx="42">
                  <c:v>28.39</c:v>
                </c:pt>
                <c:pt idx="43">
                  <c:v>29.32</c:v>
                </c:pt>
                <c:pt idx="44">
                  <c:v>30.32</c:v>
                </c:pt>
                <c:pt idx="45">
                  <c:v>31.36</c:v>
                </c:pt>
                <c:pt idx="46">
                  <c:v>32.43</c:v>
                </c:pt>
                <c:pt idx="47">
                  <c:v>33.5</c:v>
                </c:pt>
                <c:pt idx="48">
                  <c:v>34.58</c:v>
                </c:pt>
                <c:pt idx="49">
                  <c:v>35.659999999999997</c:v>
                </c:pt>
                <c:pt idx="50">
                  <c:v>36.729999999999997</c:v>
                </c:pt>
                <c:pt idx="51">
                  <c:v>37.78</c:v>
                </c:pt>
                <c:pt idx="52">
                  <c:v>38.799999999999997</c:v>
                </c:pt>
                <c:pt idx="53">
                  <c:v>39.770000000000003</c:v>
                </c:pt>
                <c:pt idx="54">
                  <c:v>40.69</c:v>
                </c:pt>
                <c:pt idx="55">
                  <c:v>41.59</c:v>
                </c:pt>
                <c:pt idx="56">
                  <c:v>42.48</c:v>
                </c:pt>
                <c:pt idx="57">
                  <c:v>43.37</c:v>
                </c:pt>
                <c:pt idx="58">
                  <c:v>44.28</c:v>
                </c:pt>
                <c:pt idx="59">
                  <c:v>45.19</c:v>
                </c:pt>
                <c:pt idx="60">
                  <c:v>46.11</c:v>
                </c:pt>
                <c:pt idx="61">
                  <c:v>47.03</c:v>
                </c:pt>
                <c:pt idx="62">
                  <c:v>47.95</c:v>
                </c:pt>
                <c:pt idx="63">
                  <c:v>48.88</c:v>
                </c:pt>
                <c:pt idx="64">
                  <c:v>49.8</c:v>
                </c:pt>
                <c:pt idx="65">
                  <c:v>50.71</c:v>
                </c:pt>
                <c:pt idx="66">
                  <c:v>51.55</c:v>
                </c:pt>
                <c:pt idx="67">
                  <c:v>52.32</c:v>
                </c:pt>
                <c:pt idx="68">
                  <c:v>53.05</c:v>
                </c:pt>
                <c:pt idx="69">
                  <c:v>53.75</c:v>
                </c:pt>
                <c:pt idx="70">
                  <c:v>54.41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0F-4139-A227-4268963048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7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10F-4139-A227-426896304890}"/>
                </c:ext>
              </c:extLst>
            </c:dLbl>
            <c:dLbl>
              <c:idx val="7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0F-4139-A227-42689630489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Sheet1!$A$2:$A$72</c:f>
              <c:strCache>
                <c:ptCount val="71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  <c:pt idx="24">
                  <c:v>2024</c:v>
                </c:pt>
                <c:pt idx="25">
                  <c:v>2025</c:v>
                </c:pt>
                <c:pt idx="26">
                  <c:v>2026*</c:v>
                </c:pt>
                <c:pt idx="27">
                  <c:v>2027*</c:v>
                </c:pt>
                <c:pt idx="28">
                  <c:v>2028*</c:v>
                </c:pt>
                <c:pt idx="29">
                  <c:v>2029*</c:v>
                </c:pt>
                <c:pt idx="30">
                  <c:v>2030*</c:v>
                </c:pt>
                <c:pt idx="31">
                  <c:v>2031*</c:v>
                </c:pt>
                <c:pt idx="32">
                  <c:v>2032*</c:v>
                </c:pt>
                <c:pt idx="33">
                  <c:v>2033*</c:v>
                </c:pt>
                <c:pt idx="34">
                  <c:v>2034*</c:v>
                </c:pt>
                <c:pt idx="35">
                  <c:v>2035*</c:v>
                </c:pt>
                <c:pt idx="36">
                  <c:v>2036*</c:v>
                </c:pt>
                <c:pt idx="37">
                  <c:v>2037*</c:v>
                </c:pt>
                <c:pt idx="38">
                  <c:v>2038*</c:v>
                </c:pt>
                <c:pt idx="39">
                  <c:v>2039*</c:v>
                </c:pt>
                <c:pt idx="40">
                  <c:v>2040*</c:v>
                </c:pt>
                <c:pt idx="41">
                  <c:v>2041*</c:v>
                </c:pt>
                <c:pt idx="42">
                  <c:v>2042*</c:v>
                </c:pt>
                <c:pt idx="43">
                  <c:v>2043*</c:v>
                </c:pt>
                <c:pt idx="44">
                  <c:v>2044*</c:v>
                </c:pt>
                <c:pt idx="45">
                  <c:v>2045*</c:v>
                </c:pt>
                <c:pt idx="46">
                  <c:v>2046*</c:v>
                </c:pt>
                <c:pt idx="47">
                  <c:v>2047*</c:v>
                </c:pt>
                <c:pt idx="48">
                  <c:v>2048*</c:v>
                </c:pt>
                <c:pt idx="49">
                  <c:v>2049*</c:v>
                </c:pt>
                <c:pt idx="50">
                  <c:v>2050*</c:v>
                </c:pt>
                <c:pt idx="51">
                  <c:v>2051*</c:v>
                </c:pt>
                <c:pt idx="52">
                  <c:v>2052*</c:v>
                </c:pt>
                <c:pt idx="53">
                  <c:v>2053*</c:v>
                </c:pt>
                <c:pt idx="54">
                  <c:v>2054*</c:v>
                </c:pt>
                <c:pt idx="55">
                  <c:v>2055*</c:v>
                </c:pt>
                <c:pt idx="56">
                  <c:v>2056*</c:v>
                </c:pt>
                <c:pt idx="57">
                  <c:v>2057*</c:v>
                </c:pt>
                <c:pt idx="58">
                  <c:v>2058*</c:v>
                </c:pt>
                <c:pt idx="59">
                  <c:v>2059*</c:v>
                </c:pt>
                <c:pt idx="60">
                  <c:v>2060*</c:v>
                </c:pt>
                <c:pt idx="61">
                  <c:v>2061*</c:v>
                </c:pt>
                <c:pt idx="62">
                  <c:v>2062*</c:v>
                </c:pt>
                <c:pt idx="63">
                  <c:v>2063*</c:v>
                </c:pt>
                <c:pt idx="64">
                  <c:v>2064*</c:v>
                </c:pt>
                <c:pt idx="65">
                  <c:v>2065*</c:v>
                </c:pt>
                <c:pt idx="66">
                  <c:v>2066*</c:v>
                </c:pt>
                <c:pt idx="67">
                  <c:v>2067*</c:v>
                </c:pt>
                <c:pt idx="68">
                  <c:v>2068*</c:v>
                </c:pt>
                <c:pt idx="69">
                  <c:v>2069*</c:v>
                </c:pt>
                <c:pt idx="70">
                  <c:v>2070*</c:v>
                </c:pt>
              </c:strCache>
            </c:strRef>
          </c:cat>
          <c:val>
            <c:numRef>
              <c:f>Sheet1!$D$2:$D$72</c:f>
              <c:numCache>
                <c:formatCode>0.0</c:formatCode>
                <c:ptCount val="71"/>
                <c:pt idx="0">
                  <c:v>56.11</c:v>
                </c:pt>
                <c:pt idx="1">
                  <c:v>55.03</c:v>
                </c:pt>
                <c:pt idx="2">
                  <c:v>53.99</c:v>
                </c:pt>
                <c:pt idx="3">
                  <c:v>53.02</c:v>
                </c:pt>
                <c:pt idx="4">
                  <c:v>52.1</c:v>
                </c:pt>
                <c:pt idx="5">
                  <c:v>51.22</c:v>
                </c:pt>
                <c:pt idx="6">
                  <c:v>50.37</c:v>
                </c:pt>
                <c:pt idx="7">
                  <c:v>49.48</c:v>
                </c:pt>
                <c:pt idx="8">
                  <c:v>48.62</c:v>
                </c:pt>
                <c:pt idx="9">
                  <c:v>47.81</c:v>
                </c:pt>
                <c:pt idx="10">
                  <c:v>47.07</c:v>
                </c:pt>
                <c:pt idx="11">
                  <c:v>46.45</c:v>
                </c:pt>
                <c:pt idx="12">
                  <c:v>45.89</c:v>
                </c:pt>
                <c:pt idx="13">
                  <c:v>45.38</c:v>
                </c:pt>
                <c:pt idx="14">
                  <c:v>44.95</c:v>
                </c:pt>
                <c:pt idx="15">
                  <c:v>44.67</c:v>
                </c:pt>
                <c:pt idx="16">
                  <c:v>44.47</c:v>
                </c:pt>
                <c:pt idx="17">
                  <c:v>44.35</c:v>
                </c:pt>
                <c:pt idx="18">
                  <c:v>44.38</c:v>
                </c:pt>
                <c:pt idx="19">
                  <c:v>44.44</c:v>
                </c:pt>
                <c:pt idx="20">
                  <c:v>44.46</c:v>
                </c:pt>
                <c:pt idx="21">
                  <c:v>44.44</c:v>
                </c:pt>
                <c:pt idx="22">
                  <c:v>44.5</c:v>
                </c:pt>
                <c:pt idx="23">
                  <c:v>44.62</c:v>
                </c:pt>
                <c:pt idx="24">
                  <c:v>44.8</c:v>
                </c:pt>
                <c:pt idx="25">
                  <c:v>45.02</c:v>
                </c:pt>
                <c:pt idx="26">
                  <c:v>45.22</c:v>
                </c:pt>
                <c:pt idx="27">
                  <c:v>45.41</c:v>
                </c:pt>
                <c:pt idx="28">
                  <c:v>45.6</c:v>
                </c:pt>
                <c:pt idx="29">
                  <c:v>45.76</c:v>
                </c:pt>
                <c:pt idx="30">
                  <c:v>45.86</c:v>
                </c:pt>
                <c:pt idx="31">
                  <c:v>45.99</c:v>
                </c:pt>
                <c:pt idx="32">
                  <c:v>46.17</c:v>
                </c:pt>
                <c:pt idx="33">
                  <c:v>46.29</c:v>
                </c:pt>
                <c:pt idx="34">
                  <c:v>46.42</c:v>
                </c:pt>
                <c:pt idx="35">
                  <c:v>46.64</c:v>
                </c:pt>
                <c:pt idx="36">
                  <c:v>46.95</c:v>
                </c:pt>
                <c:pt idx="37">
                  <c:v>47.34</c:v>
                </c:pt>
                <c:pt idx="38">
                  <c:v>47.8</c:v>
                </c:pt>
                <c:pt idx="39">
                  <c:v>48.3</c:v>
                </c:pt>
                <c:pt idx="40">
                  <c:v>48.86</c:v>
                </c:pt>
                <c:pt idx="41">
                  <c:v>49.51</c:v>
                </c:pt>
                <c:pt idx="42">
                  <c:v>50.25</c:v>
                </c:pt>
                <c:pt idx="43">
                  <c:v>51.09</c:v>
                </c:pt>
                <c:pt idx="44">
                  <c:v>52.02</c:v>
                </c:pt>
                <c:pt idx="45">
                  <c:v>53.02</c:v>
                </c:pt>
                <c:pt idx="46">
                  <c:v>54.06</c:v>
                </c:pt>
                <c:pt idx="47">
                  <c:v>55.11</c:v>
                </c:pt>
                <c:pt idx="48">
                  <c:v>56.17</c:v>
                </c:pt>
                <c:pt idx="49">
                  <c:v>57.24</c:v>
                </c:pt>
                <c:pt idx="50">
                  <c:v>58.3</c:v>
                </c:pt>
                <c:pt idx="51">
                  <c:v>59.33</c:v>
                </c:pt>
                <c:pt idx="52">
                  <c:v>60.32</c:v>
                </c:pt>
                <c:pt idx="53">
                  <c:v>61.27</c:v>
                </c:pt>
                <c:pt idx="54">
                  <c:v>62.16</c:v>
                </c:pt>
                <c:pt idx="55">
                  <c:v>63.02</c:v>
                </c:pt>
                <c:pt idx="56">
                  <c:v>63.86</c:v>
                </c:pt>
                <c:pt idx="57">
                  <c:v>64.72</c:v>
                </c:pt>
                <c:pt idx="58">
                  <c:v>65.58</c:v>
                </c:pt>
                <c:pt idx="59">
                  <c:v>66.45</c:v>
                </c:pt>
                <c:pt idx="60">
                  <c:v>67.33</c:v>
                </c:pt>
                <c:pt idx="61">
                  <c:v>68.209999999999994</c:v>
                </c:pt>
                <c:pt idx="62">
                  <c:v>69.09</c:v>
                </c:pt>
                <c:pt idx="63">
                  <c:v>69.989999999999995</c:v>
                </c:pt>
                <c:pt idx="64">
                  <c:v>70.88</c:v>
                </c:pt>
                <c:pt idx="65">
                  <c:v>71.760000000000005</c:v>
                </c:pt>
                <c:pt idx="66">
                  <c:v>72.569999999999993</c:v>
                </c:pt>
                <c:pt idx="67">
                  <c:v>73.33</c:v>
                </c:pt>
                <c:pt idx="68">
                  <c:v>74.03</c:v>
                </c:pt>
                <c:pt idx="69">
                  <c:v>74.709999999999994</c:v>
                </c:pt>
                <c:pt idx="70">
                  <c:v>75.37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A10F-4139-A227-4268963048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China</c:v>
                </c:pt>
              </c:strCache>
            </c:strRef>
          </c:tx>
          <c:spPr>
            <a:ln w="19050">
              <a:solidFill>
                <a:srgbClr val="C3C8D1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C3C8D1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Sheet1!$B$2:$B$36</c:f>
              <c:numCache>
                <c:formatCode>0.0</c:formatCode>
                <c:ptCount val="35"/>
                <c:pt idx="0">
                  <c:v>3.5560181270192328</c:v>
                </c:pt>
                <c:pt idx="1">
                  <c:v>3.9225836441045034</c:v>
                </c:pt>
                <c:pt idx="2">
                  <c:v>4.4004895243873099</c:v>
                </c:pt>
                <c:pt idx="3">
                  <c:v>4.8726124508559581</c:v>
                </c:pt>
                <c:pt idx="4">
                  <c:v>5.3260078516589964</c:v>
                </c:pt>
                <c:pt idx="5">
                  <c:v>5.6917925979549358</c:v>
                </c:pt>
                <c:pt idx="6">
                  <c:v>6.0306012867121845</c:v>
                </c:pt>
                <c:pt idx="7">
                  <c:v>6.2702692329834386</c:v>
                </c:pt>
                <c:pt idx="8">
                  <c:v>6.4968200314737743</c:v>
                </c:pt>
                <c:pt idx="9">
                  <c:v>6.8288068688265149</c:v>
                </c:pt>
                <c:pt idx="10">
                  <c:v>7.2706643013444507</c:v>
                </c:pt>
                <c:pt idx="11">
                  <c:v>7.7056017493893885</c:v>
                </c:pt>
                <c:pt idx="12">
                  <c:v>8.1968482262670754</c:v>
                </c:pt>
                <c:pt idx="13">
                  <c:v>8.6897049444463104</c:v>
                </c:pt>
                <c:pt idx="14">
                  <c:v>9.404184404184404</c:v>
                </c:pt>
                <c:pt idx="15">
                  <c:v>10.3908531049881</c:v>
                </c:pt>
                <c:pt idx="16">
                  <c:v>11.648216581626466</c:v>
                </c:pt>
                <c:pt idx="17">
                  <c:v>12.717639373876017</c:v>
                </c:pt>
                <c:pt idx="18">
                  <c:v>13.739520265473312</c:v>
                </c:pt>
                <c:pt idx="19">
                  <c:v>14.669646793141583</c:v>
                </c:pt>
                <c:pt idx="20">
                  <c:v>15.864601579545804</c:v>
                </c:pt>
                <c:pt idx="21">
                  <c:v>17.00044299833494</c:v>
                </c:pt>
                <c:pt idx="22">
                  <c:v>18.128367706294448</c:v>
                </c:pt>
                <c:pt idx="23">
                  <c:v>19.315973863269793</c:v>
                </c:pt>
                <c:pt idx="24">
                  <c:v>20.381915649804526</c:v>
                </c:pt>
                <c:pt idx="25">
                  <c:v>21.709305677727432</c:v>
                </c:pt>
                <c:pt idx="26">
                  <c:v>23.039036045676426</c:v>
                </c:pt>
                <c:pt idx="27">
                  <c:v>24.237047295494051</c:v>
                </c:pt>
                <c:pt idx="28">
                  <c:v>25.505446560967265</c:v>
                </c:pt>
                <c:pt idx="29">
                  <c:v>25.703028641907633</c:v>
                </c:pt>
                <c:pt idx="30">
                  <c:v>26.33190161135418</c:v>
                </c:pt>
                <c:pt idx="31">
                  <c:v>27.853114930182599</c:v>
                </c:pt>
                <c:pt idx="32">
                  <c:v>28.73604370541279</c:v>
                </c:pt>
                <c:pt idx="33">
                  <c:v>29.768329988504178</c:v>
                </c:pt>
                <c:pt idx="34">
                  <c:v>30.656822713287426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9C-49BF-AFA5-C01CD2F3CD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Chile</c:v>
                </c:pt>
              </c:strCache>
            </c:strRef>
          </c:tx>
          <c:spPr>
            <a:ln w="19050">
              <a:solidFill>
                <a:srgbClr val="7A8394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A8394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Sheet1!$C$2:$C$36</c:f>
              <c:numCache>
                <c:formatCode>0.0</c:formatCode>
                <c:ptCount val="35"/>
                <c:pt idx="0">
                  <c:v>35.440924564713029</c:v>
                </c:pt>
                <c:pt idx="1">
                  <c:v>36.705156512460782</c:v>
                </c:pt>
                <c:pt idx="2">
                  <c:v>37.709067707080322</c:v>
                </c:pt>
                <c:pt idx="3">
                  <c:v>38.654820501707789</c:v>
                </c:pt>
                <c:pt idx="4">
                  <c:v>40.08753677261965</c:v>
                </c:pt>
                <c:pt idx="5">
                  <c:v>42.131933761650529</c:v>
                </c:pt>
                <c:pt idx="6">
                  <c:v>43.435895920156845</c:v>
                </c:pt>
                <c:pt idx="7">
                  <c:v>43.265337452745101</c:v>
                </c:pt>
                <c:pt idx="8">
                  <c:v>42.984048942648826</c:v>
                </c:pt>
                <c:pt idx="9">
                  <c:v>43.531369945245842</c:v>
                </c:pt>
                <c:pt idx="10">
                  <c:v>44.329980459076623</c:v>
                </c:pt>
                <c:pt idx="11">
                  <c:v>44.295526888926119</c:v>
                </c:pt>
                <c:pt idx="12">
                  <c:v>43.835804975398275</c:v>
                </c:pt>
                <c:pt idx="13">
                  <c:v>44.709811688093723</c:v>
                </c:pt>
                <c:pt idx="14">
                  <c:v>45.006270006270007</c:v>
                </c:pt>
                <c:pt idx="15">
                  <c:v>45.394247204979102</c:v>
                </c:pt>
                <c:pt idx="16">
                  <c:v>45.716318823938479</c:v>
                </c:pt>
                <c:pt idx="17">
                  <c:v>46.02543527874775</c:v>
                </c:pt>
                <c:pt idx="18">
                  <c:v>45.476663396112031</c:v>
                </c:pt>
                <c:pt idx="19">
                  <c:v>43.070045861980958</c:v>
                </c:pt>
                <c:pt idx="20">
                  <c:v>43.299222519283362</c:v>
                </c:pt>
                <c:pt idx="21">
                  <c:v>44.73901287750332</c:v>
                </c:pt>
                <c:pt idx="22">
                  <c:v>44.82138403754449</c:v>
                </c:pt>
                <c:pt idx="23">
                  <c:v>44.655248726547086</c:v>
                </c:pt>
                <c:pt idx="24">
                  <c:v>44.243869209809269</c:v>
                </c:pt>
                <c:pt idx="25">
                  <c:v>44.355905767908752</c:v>
                </c:pt>
                <c:pt idx="26">
                  <c:v>43.42045471203037</c:v>
                </c:pt>
                <c:pt idx="27">
                  <c:v>43.469009441787662</c:v>
                </c:pt>
                <c:pt idx="28">
                  <c:v>42.425430591992701</c:v>
                </c:pt>
                <c:pt idx="29">
                  <c:v>43.934493627518158</c:v>
                </c:pt>
                <c:pt idx="30">
                  <c:v>45.39670259310639</c:v>
                </c:pt>
                <c:pt idx="31">
                  <c:v>43.730531686358752</c:v>
                </c:pt>
                <c:pt idx="32">
                  <c:v>42.437743655024271</c:v>
                </c:pt>
                <c:pt idx="33">
                  <c:v>41.634354967558409</c:v>
                </c:pt>
                <c:pt idx="34">
                  <c:v>41.540166769650213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9C-49BF-AFA5-C01CD2F3CD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Coreia do Sul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Sheet1!$D$2:$D$36</c:f>
              <c:numCache>
                <c:formatCode>0.0</c:formatCode>
                <c:ptCount val="35"/>
                <c:pt idx="0">
                  <c:v>39.005615906676205</c:v>
                </c:pt>
                <c:pt idx="1">
                  <c:v>39.576576481401268</c:v>
                </c:pt>
                <c:pt idx="2">
                  <c:v>41.385730573308372</c:v>
                </c:pt>
                <c:pt idx="3">
                  <c:v>43.228183140884745</c:v>
                </c:pt>
                <c:pt idx="4">
                  <c:v>45.856353591160222</c:v>
                </c:pt>
                <c:pt idx="5">
                  <c:v>47.573371942207345</c:v>
                </c:pt>
                <c:pt idx="6">
                  <c:v>48.747278298308352</c:v>
                </c:pt>
                <c:pt idx="7">
                  <c:v>48.035923317533722</c:v>
                </c:pt>
                <c:pt idx="8">
                  <c:v>51.130914136193908</c:v>
                </c:pt>
                <c:pt idx="9">
                  <c:v>52.143779673657974</c:v>
                </c:pt>
                <c:pt idx="10">
                  <c:v>52.989220974524763</c:v>
                </c:pt>
                <c:pt idx="11">
                  <c:v>54.55467282715081</c:v>
                </c:pt>
                <c:pt idx="12">
                  <c:v>54.959914668134743</c:v>
                </c:pt>
                <c:pt idx="13">
                  <c:v>55.298580108086334</c:v>
                </c:pt>
                <c:pt idx="14">
                  <c:v>56.546381546381539</c:v>
                </c:pt>
                <c:pt idx="15">
                  <c:v>58.244391556460648</c:v>
                </c:pt>
                <c:pt idx="16">
                  <c:v>60.203611311020722</c:v>
                </c:pt>
                <c:pt idx="17">
                  <c:v>61.405956403577392</c:v>
                </c:pt>
                <c:pt idx="18">
                  <c:v>61.347628050191048</c:v>
                </c:pt>
                <c:pt idx="19">
                  <c:v>62.757441937804039</c:v>
                </c:pt>
                <c:pt idx="20">
                  <c:v>63.156479518146334</c:v>
                </c:pt>
                <c:pt idx="21">
                  <c:v>63.172326352290611</c:v>
                </c:pt>
                <c:pt idx="22">
                  <c:v>63.548287145847659</c:v>
                </c:pt>
                <c:pt idx="23">
                  <c:v>63.458840651467753</c:v>
                </c:pt>
                <c:pt idx="24">
                  <c:v>63.795758796351144</c:v>
                </c:pt>
                <c:pt idx="25">
                  <c:v>65.162659018501955</c:v>
                </c:pt>
                <c:pt idx="26">
                  <c:v>66.084228733930431</c:v>
                </c:pt>
                <c:pt idx="27">
                  <c:v>66.859253168300398</c:v>
                </c:pt>
                <c:pt idx="28">
                  <c:v>66.835148853655753</c:v>
                </c:pt>
                <c:pt idx="29">
                  <c:v>64.345621488282859</c:v>
                </c:pt>
                <c:pt idx="30">
                  <c:v>64.884350656280006</c:v>
                </c:pt>
                <c:pt idx="31">
                  <c:v>65.091299677765846</c:v>
                </c:pt>
                <c:pt idx="32">
                  <c:v>64.32956745431882</c:v>
                </c:pt>
                <c:pt idx="33">
                  <c:v>63.817391812637617</c:v>
                </c:pt>
                <c:pt idx="34">
                  <c:v>63.093455979309866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0D9C-49BF-AFA5-C01CD2F3CD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Brasil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3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D9C-49BF-AFA5-C01CD2F3CD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Sheet1!$A$2:$A$36</c:f>
              <c:strCach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strCache>
            </c:strRef>
          </c:cat>
          <c:val>
            <c:numRef>
              <c:f>Sheet1!$E$2:$E$36</c:f>
              <c:numCache>
                <c:formatCode>0.0</c:formatCode>
                <c:ptCount val="35"/>
                <c:pt idx="0">
                  <c:v>34.738394154253129</c:v>
                </c:pt>
                <c:pt idx="1">
                  <c:v>32.787855097879714</c:v>
                </c:pt>
                <c:pt idx="2">
                  <c:v>32.740604374339718</c:v>
                </c:pt>
                <c:pt idx="3">
                  <c:v>33.454065153907273</c:v>
                </c:pt>
                <c:pt idx="4">
                  <c:v>33.889236257034206</c:v>
                </c:pt>
                <c:pt idx="5">
                  <c:v>34.413175278255359</c:v>
                </c:pt>
                <c:pt idx="6">
                  <c:v>33.971763268603631</c:v>
                </c:pt>
                <c:pt idx="7">
                  <c:v>32.771391836656363</c:v>
                </c:pt>
                <c:pt idx="8">
                  <c:v>31.245635109087356</c:v>
                </c:pt>
                <c:pt idx="9">
                  <c:v>30.98066323467884</c:v>
                </c:pt>
                <c:pt idx="10">
                  <c:v>30.259615124854793</c:v>
                </c:pt>
                <c:pt idx="11">
                  <c:v>29.491848233416512</c:v>
                </c:pt>
                <c:pt idx="12">
                  <c:v>28.735849705811511</c:v>
                </c:pt>
                <c:pt idx="13">
                  <c:v>28.542177167600951</c:v>
                </c:pt>
                <c:pt idx="14">
                  <c:v>28.304953304953308</c:v>
                </c:pt>
                <c:pt idx="15">
                  <c:v>28.54315414121092</c:v>
                </c:pt>
                <c:pt idx="16">
                  <c:v>29.484826186452327</c:v>
                </c:pt>
                <c:pt idx="17">
                  <c:v>30.130402174176012</c:v>
                </c:pt>
                <c:pt idx="18">
                  <c:v>29.584160943196046</c:v>
                </c:pt>
                <c:pt idx="19">
                  <c:v>30.628533422015298</c:v>
                </c:pt>
                <c:pt idx="20">
                  <c:v>31.502565993669524</c:v>
                </c:pt>
                <c:pt idx="21">
                  <c:v>31.578143378702471</c:v>
                </c:pt>
                <c:pt idx="22">
                  <c:v>31.708773229143837</c:v>
                </c:pt>
                <c:pt idx="23">
                  <c:v>31.223790125957436</c:v>
                </c:pt>
                <c:pt idx="24">
                  <c:v>29.795788413695064</c:v>
                </c:pt>
                <c:pt idx="25">
                  <c:v>29.382110095133907</c:v>
                </c:pt>
                <c:pt idx="26">
                  <c:v>29.469062871047658</c:v>
                </c:pt>
                <c:pt idx="27">
                  <c:v>29.059644111685746</c:v>
                </c:pt>
                <c:pt idx="28">
                  <c:v>28.477529371506787</c:v>
                </c:pt>
                <c:pt idx="29">
                  <c:v>28.705632451692477</c:v>
                </c:pt>
                <c:pt idx="30">
                  <c:v>27.948591398996903</c:v>
                </c:pt>
                <c:pt idx="31">
                  <c:v>27.069683136412458</c:v>
                </c:pt>
                <c:pt idx="32">
                  <c:v>27.28140663537274</c:v>
                </c:pt>
                <c:pt idx="33">
                  <c:v>26.915158246140457</c:v>
                </c:pt>
                <c:pt idx="34">
                  <c:v>26.652567475459126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0D9C-49BF-AFA5-C01CD2F3C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FBCF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4194-44F3-9D57-05985D6654AF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4194-44F3-9D57-05985D6654AF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4194-44F3-9D57-05985D6654AF}"/>
              </c:ext>
            </c:extLst>
          </c:dPt>
          <c:dPt>
            <c:idx val="3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7-4194-44F3-9D57-05985D6654AF}"/>
              </c:ext>
            </c:extLst>
          </c:dPt>
          <c:dPt>
            <c:idx val="4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9-4194-44F3-9D57-05985D6654AF}"/>
              </c:ext>
            </c:extLst>
          </c:dPt>
          <c:dPt>
            <c:idx val="5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B-4194-44F3-9D57-05985D6654AF}"/>
              </c:ext>
            </c:extLst>
          </c:dPt>
          <c:dPt>
            <c:idx val="6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D-4194-44F3-9D57-05985D6654AF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4194-44F3-9D57-05985D6654AF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4194-44F3-9D57-05985D6654AF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4194-44F3-9D57-05985D6654AF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4194-44F3-9D57-05985D6654AF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194-44F3-9D57-05985D6654AF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194-44F3-9D57-05985D6654AF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194-44F3-9D57-05985D6654AF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194-44F3-9D57-05985D6654AF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194-44F3-9D57-05985D6654AF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194-44F3-9D57-05985D6654AF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194-44F3-9D57-05985D6654AF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194-44F3-9D57-05985D6654AF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194-44F3-9D57-05985D6654AF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4194-44F3-9D57-05985D6654AF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194-44F3-9D57-05985D6654AF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China</c:v>
                </c:pt>
                <c:pt idx="1">
                  <c:v>Índia</c:v>
                </c:pt>
                <c:pt idx="2">
                  <c:v>Coreia do Sul</c:v>
                </c:pt>
                <c:pt idx="3">
                  <c:v>Mundo</c:v>
                </c:pt>
                <c:pt idx="4">
                  <c:v>Chile</c:v>
                </c:pt>
                <c:pt idx="5">
                  <c:v>México</c:v>
                </c:pt>
                <c:pt idx="6">
                  <c:v>OCDE</c:v>
                </c:pt>
                <c:pt idx="7">
                  <c:v>EUA</c:v>
                </c:pt>
                <c:pt idx="8">
                  <c:v>Alemanha</c:v>
                </c:pt>
                <c:pt idx="9">
                  <c:v>Brasil</c:v>
                </c:pt>
                <c:pt idx="10">
                  <c:v>Colômbia</c:v>
                </c:pt>
              </c:strCache>
            </c:strRef>
          </c:cat>
          <c:val>
            <c:numRef>
              <c:f>Sheet1!$B$2:$B$12</c:f>
              <c:numCache>
                <c:formatCode>0.0</c:formatCode>
                <c:ptCount val="11"/>
                <c:pt idx="0">
                  <c:v>39.65</c:v>
                </c:pt>
                <c:pt idx="1">
                  <c:v>31.68</c:v>
                </c:pt>
                <c:pt idx="2">
                  <c:v>28.33</c:v>
                </c:pt>
                <c:pt idx="3">
                  <c:v>25.62</c:v>
                </c:pt>
                <c:pt idx="4">
                  <c:v>24.09</c:v>
                </c:pt>
                <c:pt idx="5">
                  <c:v>22.41</c:v>
                </c:pt>
                <c:pt idx="6">
                  <c:v>22.23</c:v>
                </c:pt>
                <c:pt idx="7">
                  <c:v>21.35</c:v>
                </c:pt>
                <c:pt idx="8">
                  <c:v>20.309999999999999</c:v>
                </c:pt>
                <c:pt idx="9">
                  <c:v>16.84</c:v>
                </c:pt>
                <c:pt idx="10">
                  <c:v>16.010000000000002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194-44F3-9D57-05985D6654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8.1671408720968688E-2"/>
          <c:y val="2.5887497569748227E-2"/>
          <c:w val="0.86"/>
          <c:h val="0.7014196467629046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19050">
              <a:solidFill>
                <a:srgbClr val="7F9BE6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7F9BE6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Sheet1!$B$2:$B$187</c:f>
              <c:numCache>
                <c:formatCode>0.0</c:formatCode>
                <c:ptCount val="186"/>
                <c:pt idx="0">
                  <c:v>11.72</c:v>
                </c:pt>
                <c:pt idx="1">
                  <c:v>11.8</c:v>
                </c:pt>
                <c:pt idx="2">
                  <c:v>12</c:v>
                </c:pt>
                <c:pt idx="3">
                  <c:v>12.18</c:v>
                </c:pt>
                <c:pt idx="4">
                  <c:v>12.34</c:v>
                </c:pt>
                <c:pt idx="5">
                  <c:v>12.5</c:v>
                </c:pt>
                <c:pt idx="6">
                  <c:v>12</c:v>
                </c:pt>
                <c:pt idx="7">
                  <c:v>11.81</c:v>
                </c:pt>
                <c:pt idx="8">
                  <c:v>11.5</c:v>
                </c:pt>
                <c:pt idx="9">
                  <c:v>11</c:v>
                </c:pt>
                <c:pt idx="10">
                  <c:v>10.79</c:v>
                </c:pt>
                <c:pt idx="11">
                  <c:v>10.5</c:v>
                </c:pt>
                <c:pt idx="12">
                  <c:v>9.92</c:v>
                </c:pt>
                <c:pt idx="13">
                  <c:v>9.4499999999999993</c:v>
                </c:pt>
                <c:pt idx="14">
                  <c:v>8.98</c:v>
                </c:pt>
                <c:pt idx="15">
                  <c:v>8.5</c:v>
                </c:pt>
                <c:pt idx="16">
                  <c:v>8.18</c:v>
                </c:pt>
                <c:pt idx="17">
                  <c:v>7.97</c:v>
                </c:pt>
                <c:pt idx="18">
                  <c:v>7.5</c:v>
                </c:pt>
                <c:pt idx="19">
                  <c:v>7.33</c:v>
                </c:pt>
                <c:pt idx="20">
                  <c:v>7.25</c:v>
                </c:pt>
                <c:pt idx="21">
                  <c:v>7.25</c:v>
                </c:pt>
                <c:pt idx="22">
                  <c:v>7.25</c:v>
                </c:pt>
                <c:pt idx="23">
                  <c:v>7.25</c:v>
                </c:pt>
                <c:pt idx="24">
                  <c:v>7.25</c:v>
                </c:pt>
                <c:pt idx="25">
                  <c:v>7.36</c:v>
                </c:pt>
                <c:pt idx="26">
                  <c:v>7.53</c:v>
                </c:pt>
                <c:pt idx="27">
                  <c:v>8</c:v>
                </c:pt>
                <c:pt idx="28">
                  <c:v>8.34</c:v>
                </c:pt>
                <c:pt idx="29">
                  <c:v>8.5500000000000007</c:v>
                </c:pt>
                <c:pt idx="30">
                  <c:v>9</c:v>
                </c:pt>
                <c:pt idx="31">
                  <c:v>9.35</c:v>
                </c:pt>
                <c:pt idx="32">
                  <c:v>9.5500000000000007</c:v>
                </c:pt>
                <c:pt idx="33">
                  <c:v>10</c:v>
                </c:pt>
                <c:pt idx="34">
                  <c:v>10.26</c:v>
                </c:pt>
                <c:pt idx="35">
                  <c:v>10.52</c:v>
                </c:pt>
                <c:pt idx="36">
                  <c:v>10.75</c:v>
                </c:pt>
                <c:pt idx="37">
                  <c:v>10.98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11.02</c:v>
                </c:pt>
                <c:pt idx="44">
                  <c:v>11.25</c:v>
                </c:pt>
                <c:pt idx="45">
                  <c:v>11.7</c:v>
                </c:pt>
                <c:pt idx="46">
                  <c:v>11.91</c:v>
                </c:pt>
                <c:pt idx="47">
                  <c:v>12.25</c:v>
                </c:pt>
                <c:pt idx="48">
                  <c:v>12.69</c:v>
                </c:pt>
                <c:pt idx="49">
                  <c:v>12.77</c:v>
                </c:pt>
                <c:pt idx="50">
                  <c:v>13.25</c:v>
                </c:pt>
                <c:pt idx="51">
                  <c:v>13.7</c:v>
                </c:pt>
                <c:pt idx="52">
                  <c:v>13.78</c:v>
                </c:pt>
                <c:pt idx="53">
                  <c:v>14.25</c:v>
                </c:pt>
                <c:pt idx="54">
                  <c:v>14.25</c:v>
                </c:pt>
                <c:pt idx="55">
                  <c:v>14.25</c:v>
                </c:pt>
                <c:pt idx="56">
                  <c:v>14.25</c:v>
                </c:pt>
                <c:pt idx="57">
                  <c:v>14.25</c:v>
                </c:pt>
                <c:pt idx="58">
                  <c:v>14.25</c:v>
                </c:pt>
                <c:pt idx="59">
                  <c:v>14.25</c:v>
                </c:pt>
                <c:pt idx="60">
                  <c:v>14.25</c:v>
                </c:pt>
                <c:pt idx="61">
                  <c:v>14.25</c:v>
                </c:pt>
                <c:pt idx="62">
                  <c:v>14.25</c:v>
                </c:pt>
                <c:pt idx="63">
                  <c:v>14.25</c:v>
                </c:pt>
                <c:pt idx="64">
                  <c:v>14.25</c:v>
                </c:pt>
                <c:pt idx="65">
                  <c:v>14.25</c:v>
                </c:pt>
                <c:pt idx="66">
                  <c:v>14.25</c:v>
                </c:pt>
                <c:pt idx="67">
                  <c:v>14.15</c:v>
                </c:pt>
                <c:pt idx="68">
                  <c:v>14</c:v>
                </c:pt>
                <c:pt idx="69">
                  <c:v>13.75</c:v>
                </c:pt>
                <c:pt idx="70">
                  <c:v>13.27</c:v>
                </c:pt>
                <c:pt idx="71">
                  <c:v>12.84</c:v>
                </c:pt>
                <c:pt idx="72">
                  <c:v>12.25</c:v>
                </c:pt>
                <c:pt idx="73">
                  <c:v>11.65</c:v>
                </c:pt>
                <c:pt idx="74">
                  <c:v>11.25</c:v>
                </c:pt>
                <c:pt idx="75">
                  <c:v>10.25</c:v>
                </c:pt>
                <c:pt idx="76">
                  <c:v>10.09</c:v>
                </c:pt>
                <c:pt idx="77">
                  <c:v>9.25</c:v>
                </c:pt>
                <c:pt idx="78">
                  <c:v>8.48</c:v>
                </c:pt>
                <c:pt idx="79">
                  <c:v>8.1</c:v>
                </c:pt>
                <c:pt idx="80">
                  <c:v>7.5</c:v>
                </c:pt>
                <c:pt idx="81">
                  <c:v>7.1</c:v>
                </c:pt>
                <c:pt idx="82">
                  <c:v>7</c:v>
                </c:pt>
                <c:pt idx="83">
                  <c:v>6.81</c:v>
                </c:pt>
                <c:pt idx="84">
                  <c:v>6.67</c:v>
                </c:pt>
                <c:pt idx="85">
                  <c:v>6.5</c:v>
                </c:pt>
                <c:pt idx="86">
                  <c:v>6.5</c:v>
                </c:pt>
                <c:pt idx="87">
                  <c:v>6.5</c:v>
                </c:pt>
                <c:pt idx="88">
                  <c:v>6.5</c:v>
                </c:pt>
                <c:pt idx="89">
                  <c:v>6.5</c:v>
                </c:pt>
                <c:pt idx="90">
                  <c:v>6.5</c:v>
                </c:pt>
                <c:pt idx="91">
                  <c:v>6.5</c:v>
                </c:pt>
                <c:pt idx="92">
                  <c:v>6.5</c:v>
                </c:pt>
                <c:pt idx="93">
                  <c:v>6.5</c:v>
                </c:pt>
                <c:pt idx="94">
                  <c:v>6.5</c:v>
                </c:pt>
                <c:pt idx="95">
                  <c:v>6.5</c:v>
                </c:pt>
                <c:pt idx="96">
                  <c:v>6.5</c:v>
                </c:pt>
                <c:pt idx="97">
                  <c:v>6.5</c:v>
                </c:pt>
                <c:pt idx="98">
                  <c:v>6.5</c:v>
                </c:pt>
                <c:pt idx="99">
                  <c:v>6.5</c:v>
                </c:pt>
                <c:pt idx="100">
                  <c:v>6.5</c:v>
                </c:pt>
                <c:pt idx="101">
                  <c:v>6</c:v>
                </c:pt>
                <c:pt idx="102">
                  <c:v>5.8</c:v>
                </c:pt>
                <c:pt idx="103">
                  <c:v>5.48</c:v>
                </c:pt>
                <c:pt idx="104">
                  <c:v>5</c:v>
                </c:pt>
                <c:pt idx="105">
                  <c:v>4.68</c:v>
                </c:pt>
                <c:pt idx="106">
                  <c:v>4.5</c:v>
                </c:pt>
                <c:pt idx="107">
                  <c:v>4.29</c:v>
                </c:pt>
                <c:pt idx="108">
                  <c:v>4.04</c:v>
                </c:pt>
                <c:pt idx="109">
                  <c:v>3.75</c:v>
                </c:pt>
                <c:pt idx="110">
                  <c:v>3.15</c:v>
                </c:pt>
                <c:pt idx="111">
                  <c:v>2.67</c:v>
                </c:pt>
                <c:pt idx="112">
                  <c:v>2.25</c:v>
                </c:pt>
                <c:pt idx="113">
                  <c:v>2.04</c:v>
                </c:pt>
                <c:pt idx="114">
                  <c:v>2</c:v>
                </c:pt>
                <c:pt idx="115">
                  <c:v>2</c:v>
                </c:pt>
                <c:pt idx="116">
                  <c:v>2</c:v>
                </c:pt>
                <c:pt idx="117">
                  <c:v>2</c:v>
                </c:pt>
                <c:pt idx="118">
                  <c:v>2</c:v>
                </c:pt>
                <c:pt idx="119">
                  <c:v>2</c:v>
                </c:pt>
                <c:pt idx="120">
                  <c:v>2.34</c:v>
                </c:pt>
                <c:pt idx="121">
                  <c:v>2.75</c:v>
                </c:pt>
                <c:pt idx="122">
                  <c:v>3.38</c:v>
                </c:pt>
                <c:pt idx="123">
                  <c:v>3.85</c:v>
                </c:pt>
                <c:pt idx="124">
                  <c:v>4.25</c:v>
                </c:pt>
                <c:pt idx="125">
                  <c:v>5.12</c:v>
                </c:pt>
                <c:pt idx="126">
                  <c:v>5.52</c:v>
                </c:pt>
                <c:pt idx="127">
                  <c:v>6.44</c:v>
                </c:pt>
                <c:pt idx="128">
                  <c:v>7.75</c:v>
                </c:pt>
                <c:pt idx="129">
                  <c:v>8.86</c:v>
                </c:pt>
                <c:pt idx="130">
                  <c:v>9.25</c:v>
                </c:pt>
                <c:pt idx="131">
                  <c:v>10.64</c:v>
                </c:pt>
                <c:pt idx="132">
                  <c:v>11.23</c:v>
                </c:pt>
                <c:pt idx="133">
                  <c:v>11.75</c:v>
                </c:pt>
                <c:pt idx="134">
                  <c:v>12.62</c:v>
                </c:pt>
                <c:pt idx="135">
                  <c:v>13</c:v>
                </c:pt>
                <c:pt idx="136">
                  <c:v>13.25</c:v>
                </c:pt>
                <c:pt idx="137">
                  <c:v>13.7</c:v>
                </c:pt>
                <c:pt idx="138">
                  <c:v>13.75</c:v>
                </c:pt>
                <c:pt idx="139">
                  <c:v>13.75</c:v>
                </c:pt>
                <c:pt idx="140">
                  <c:v>13.75</c:v>
                </c:pt>
                <c:pt idx="141">
                  <c:v>13.75</c:v>
                </c:pt>
                <c:pt idx="142">
                  <c:v>13.75</c:v>
                </c:pt>
                <c:pt idx="143">
                  <c:v>13.75</c:v>
                </c:pt>
                <c:pt idx="144">
                  <c:v>13.75</c:v>
                </c:pt>
                <c:pt idx="145">
                  <c:v>13.75</c:v>
                </c:pt>
                <c:pt idx="146">
                  <c:v>13.75</c:v>
                </c:pt>
                <c:pt idx="147">
                  <c:v>13.75</c:v>
                </c:pt>
                <c:pt idx="148">
                  <c:v>13.75</c:v>
                </c:pt>
                <c:pt idx="149">
                  <c:v>13.28</c:v>
                </c:pt>
                <c:pt idx="150">
                  <c:v>13.08</c:v>
                </c:pt>
                <c:pt idx="151">
                  <c:v>12.75</c:v>
                </c:pt>
                <c:pt idx="152">
                  <c:v>12.27</c:v>
                </c:pt>
                <c:pt idx="153">
                  <c:v>11.96</c:v>
                </c:pt>
                <c:pt idx="154">
                  <c:v>11.75</c:v>
                </c:pt>
                <c:pt idx="155">
                  <c:v>11.25</c:v>
                </c:pt>
                <c:pt idx="156">
                  <c:v>11.07</c:v>
                </c:pt>
                <c:pt idx="157">
                  <c:v>10.75</c:v>
                </c:pt>
                <c:pt idx="158">
                  <c:v>10.56</c:v>
                </c:pt>
                <c:pt idx="159">
                  <c:v>10.5</c:v>
                </c:pt>
                <c:pt idx="160">
                  <c:v>10.5</c:v>
                </c:pt>
                <c:pt idx="161">
                  <c:v>10.5</c:v>
                </c:pt>
                <c:pt idx="162">
                  <c:v>10.6</c:v>
                </c:pt>
                <c:pt idx="163">
                  <c:v>10.75</c:v>
                </c:pt>
                <c:pt idx="164">
                  <c:v>11.15</c:v>
                </c:pt>
                <c:pt idx="165">
                  <c:v>11.9</c:v>
                </c:pt>
                <c:pt idx="166">
                  <c:v>12.31</c:v>
                </c:pt>
                <c:pt idx="167">
                  <c:v>13.25</c:v>
                </c:pt>
                <c:pt idx="168">
                  <c:v>13.64</c:v>
                </c:pt>
                <c:pt idx="169">
                  <c:v>14.25</c:v>
                </c:pt>
                <c:pt idx="170">
                  <c:v>14.64</c:v>
                </c:pt>
                <c:pt idx="171">
                  <c:v>14.85</c:v>
                </c:pt>
                <c:pt idx="172">
                  <c:v>15</c:v>
                </c:pt>
                <c:pt idx="173">
                  <c:v>15</c:v>
                </c:pt>
                <c:pt idx="174">
                  <c:v>15</c:v>
                </c:pt>
                <c:pt idx="175">
                  <c:v>15</c:v>
                </c:pt>
                <c:pt idx="176">
                  <c:v>15</c:v>
                </c:pt>
                <c:pt idx="177">
                  <c:v>15</c:v>
                </c:pt>
                <c:pt idx="178">
                  <c:v>15</c:v>
                </c:pt>
                <c:pt idx="179">
                  <c:v>15</c:v>
                </c:pt>
                <c:pt idx="180">
                  <c:v>14.9</c:v>
                </c:pt>
                <c:pt idx="181">
                  <c:v>14.74</c:v>
                </c:pt>
                <c:pt idx="182">
                  <c:v>14.5</c:v>
                </c:pt>
                <c:pt idx="183">
                  <c:v>14.39</c:v>
                </c:pt>
                <c:pt idx="184">
                  <c:v>14.25</c:v>
                </c:pt>
                <c:pt idx="185">
                  <c:v>14.04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1B-455B-862E-BF0A33BDDE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Crédito livre a empresas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85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41B-455B-862E-BF0A33BDDE1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Sheet1!$A$2:$A$187</c:f>
              <c:strCache>
                <c:ptCount val="186"/>
                <c:pt idx="0">
                  <c:v>mar/11</c:v>
                </c:pt>
                <c:pt idx="1">
                  <c:v>abr/11</c:v>
                </c:pt>
                <c:pt idx="2">
                  <c:v>mai/11</c:v>
                </c:pt>
                <c:pt idx="3">
                  <c:v>jun/11</c:v>
                </c:pt>
                <c:pt idx="4">
                  <c:v>jul/11</c:v>
                </c:pt>
                <c:pt idx="5">
                  <c:v>ago/11</c:v>
                </c:pt>
                <c:pt idx="6">
                  <c:v>set/11</c:v>
                </c:pt>
                <c:pt idx="7">
                  <c:v>out/11</c:v>
                </c:pt>
                <c:pt idx="8">
                  <c:v>nov/11</c:v>
                </c:pt>
                <c:pt idx="9">
                  <c:v>dez/11</c:v>
                </c:pt>
                <c:pt idx="10">
                  <c:v>jan/12</c:v>
                </c:pt>
                <c:pt idx="11">
                  <c:v>fev/12</c:v>
                </c:pt>
                <c:pt idx="12">
                  <c:v>mar/12</c:v>
                </c:pt>
                <c:pt idx="13">
                  <c:v>abr/12</c:v>
                </c:pt>
                <c:pt idx="14">
                  <c:v>mai/12</c:v>
                </c:pt>
                <c:pt idx="15">
                  <c:v>jun/12</c:v>
                </c:pt>
                <c:pt idx="16">
                  <c:v>jul/12</c:v>
                </c:pt>
                <c:pt idx="17">
                  <c:v>ago/12</c:v>
                </c:pt>
                <c:pt idx="18">
                  <c:v>set/12</c:v>
                </c:pt>
                <c:pt idx="19">
                  <c:v>out/12</c:v>
                </c:pt>
                <c:pt idx="20">
                  <c:v>nov/12</c:v>
                </c:pt>
                <c:pt idx="21">
                  <c:v>dez/12</c:v>
                </c:pt>
                <c:pt idx="22">
                  <c:v>jan/13</c:v>
                </c:pt>
                <c:pt idx="23">
                  <c:v>fev/13</c:v>
                </c:pt>
                <c:pt idx="24">
                  <c:v>mar/13</c:v>
                </c:pt>
                <c:pt idx="25">
                  <c:v>abr/13</c:v>
                </c:pt>
                <c:pt idx="26">
                  <c:v>mai/13</c:v>
                </c:pt>
                <c:pt idx="27">
                  <c:v>jun/13</c:v>
                </c:pt>
                <c:pt idx="28">
                  <c:v>jul/13</c:v>
                </c:pt>
                <c:pt idx="29">
                  <c:v>ago/13</c:v>
                </c:pt>
                <c:pt idx="30">
                  <c:v>set/13</c:v>
                </c:pt>
                <c:pt idx="31">
                  <c:v>out/13</c:v>
                </c:pt>
                <c:pt idx="32">
                  <c:v>nov/13</c:v>
                </c:pt>
                <c:pt idx="33">
                  <c:v>dez/13</c:v>
                </c:pt>
                <c:pt idx="34">
                  <c:v>jan/14</c:v>
                </c:pt>
                <c:pt idx="35">
                  <c:v>fev/14</c:v>
                </c:pt>
                <c:pt idx="36">
                  <c:v>mar/14</c:v>
                </c:pt>
                <c:pt idx="37">
                  <c:v>abr/14</c:v>
                </c:pt>
                <c:pt idx="38">
                  <c:v>mai/14</c:v>
                </c:pt>
                <c:pt idx="39">
                  <c:v>jun/14</c:v>
                </c:pt>
                <c:pt idx="40">
                  <c:v>jul/14</c:v>
                </c:pt>
                <c:pt idx="41">
                  <c:v>ago/14</c:v>
                </c:pt>
                <c:pt idx="42">
                  <c:v>set/14</c:v>
                </c:pt>
                <c:pt idx="43">
                  <c:v>out/14</c:v>
                </c:pt>
                <c:pt idx="44">
                  <c:v>nov/14</c:v>
                </c:pt>
                <c:pt idx="45">
                  <c:v>dez/14</c:v>
                </c:pt>
                <c:pt idx="46">
                  <c:v>jan/15</c:v>
                </c:pt>
                <c:pt idx="47">
                  <c:v>fev/15</c:v>
                </c:pt>
                <c:pt idx="48">
                  <c:v>mar/15</c:v>
                </c:pt>
                <c:pt idx="49">
                  <c:v>abr/15</c:v>
                </c:pt>
                <c:pt idx="50">
                  <c:v>mai/15</c:v>
                </c:pt>
                <c:pt idx="51">
                  <c:v>jun/15</c:v>
                </c:pt>
                <c:pt idx="52">
                  <c:v>jul/15</c:v>
                </c:pt>
                <c:pt idx="53">
                  <c:v>ago/15</c:v>
                </c:pt>
                <c:pt idx="54">
                  <c:v>set/15</c:v>
                </c:pt>
                <c:pt idx="55">
                  <c:v>out/15</c:v>
                </c:pt>
                <c:pt idx="56">
                  <c:v>nov/15</c:v>
                </c:pt>
                <c:pt idx="57">
                  <c:v>dez/15</c:v>
                </c:pt>
                <c:pt idx="58">
                  <c:v>jan/16</c:v>
                </c:pt>
                <c:pt idx="59">
                  <c:v>fev/16</c:v>
                </c:pt>
                <c:pt idx="60">
                  <c:v>mar/16</c:v>
                </c:pt>
                <c:pt idx="61">
                  <c:v>abr/16</c:v>
                </c:pt>
                <c:pt idx="62">
                  <c:v>mai/16</c:v>
                </c:pt>
                <c:pt idx="63">
                  <c:v>jun/16</c:v>
                </c:pt>
                <c:pt idx="64">
                  <c:v>jul/16</c:v>
                </c:pt>
                <c:pt idx="65">
                  <c:v>ago/16</c:v>
                </c:pt>
                <c:pt idx="66">
                  <c:v>set/16</c:v>
                </c:pt>
                <c:pt idx="67">
                  <c:v>out/16</c:v>
                </c:pt>
                <c:pt idx="68">
                  <c:v>nov/16</c:v>
                </c:pt>
                <c:pt idx="69">
                  <c:v>dez/16</c:v>
                </c:pt>
                <c:pt idx="70">
                  <c:v>jan/17</c:v>
                </c:pt>
                <c:pt idx="71">
                  <c:v>fev/17</c:v>
                </c:pt>
                <c:pt idx="72">
                  <c:v>mar/17</c:v>
                </c:pt>
                <c:pt idx="73">
                  <c:v>abr/17</c:v>
                </c:pt>
                <c:pt idx="74">
                  <c:v>mai/17</c:v>
                </c:pt>
                <c:pt idx="75">
                  <c:v>jun/17</c:v>
                </c:pt>
                <c:pt idx="76">
                  <c:v>jul/17</c:v>
                </c:pt>
                <c:pt idx="77">
                  <c:v>ago/17</c:v>
                </c:pt>
                <c:pt idx="78">
                  <c:v>set/17</c:v>
                </c:pt>
                <c:pt idx="79">
                  <c:v>out/17</c:v>
                </c:pt>
                <c:pt idx="80">
                  <c:v>nov/17</c:v>
                </c:pt>
                <c:pt idx="81">
                  <c:v>dez/17</c:v>
                </c:pt>
                <c:pt idx="82">
                  <c:v>jan/18</c:v>
                </c:pt>
                <c:pt idx="83">
                  <c:v>fev/18</c:v>
                </c:pt>
                <c:pt idx="84">
                  <c:v>mar/18</c:v>
                </c:pt>
                <c:pt idx="85">
                  <c:v>abr/18</c:v>
                </c:pt>
                <c:pt idx="86">
                  <c:v>mai/18</c:v>
                </c:pt>
                <c:pt idx="87">
                  <c:v>jun/18</c:v>
                </c:pt>
                <c:pt idx="88">
                  <c:v>jul/18</c:v>
                </c:pt>
                <c:pt idx="89">
                  <c:v>ago/18</c:v>
                </c:pt>
                <c:pt idx="90">
                  <c:v>set/18</c:v>
                </c:pt>
                <c:pt idx="91">
                  <c:v>out/18</c:v>
                </c:pt>
                <c:pt idx="92">
                  <c:v>nov/18</c:v>
                </c:pt>
                <c:pt idx="93">
                  <c:v>dez/18</c:v>
                </c:pt>
                <c:pt idx="94">
                  <c:v>jan/19</c:v>
                </c:pt>
                <c:pt idx="95">
                  <c:v>fev/19</c:v>
                </c:pt>
                <c:pt idx="96">
                  <c:v>mar/19</c:v>
                </c:pt>
                <c:pt idx="97">
                  <c:v>abr/19</c:v>
                </c:pt>
                <c:pt idx="98">
                  <c:v>mai/19</c:v>
                </c:pt>
                <c:pt idx="99">
                  <c:v>jun/19</c:v>
                </c:pt>
                <c:pt idx="100">
                  <c:v>jul/19</c:v>
                </c:pt>
                <c:pt idx="101">
                  <c:v>ago/19</c:v>
                </c:pt>
                <c:pt idx="102">
                  <c:v>set/19</c:v>
                </c:pt>
                <c:pt idx="103">
                  <c:v>out/19</c:v>
                </c:pt>
                <c:pt idx="104">
                  <c:v>nov/19</c:v>
                </c:pt>
                <c:pt idx="105">
                  <c:v>dez/19</c:v>
                </c:pt>
                <c:pt idx="106">
                  <c:v>jan/20</c:v>
                </c:pt>
                <c:pt idx="107">
                  <c:v>fev/20</c:v>
                </c:pt>
                <c:pt idx="108">
                  <c:v>mar/20</c:v>
                </c:pt>
                <c:pt idx="109">
                  <c:v>abr/20</c:v>
                </c:pt>
                <c:pt idx="110">
                  <c:v>mai/20</c:v>
                </c:pt>
                <c:pt idx="111">
                  <c:v>jun/20</c:v>
                </c:pt>
                <c:pt idx="112">
                  <c:v>jul/20</c:v>
                </c:pt>
                <c:pt idx="113">
                  <c:v>ago/20</c:v>
                </c:pt>
                <c:pt idx="114">
                  <c:v>set/20</c:v>
                </c:pt>
                <c:pt idx="115">
                  <c:v>out/20</c:v>
                </c:pt>
                <c:pt idx="116">
                  <c:v>nov/20</c:v>
                </c:pt>
                <c:pt idx="117">
                  <c:v>dez/20</c:v>
                </c:pt>
                <c:pt idx="118">
                  <c:v>jan/21</c:v>
                </c:pt>
                <c:pt idx="119">
                  <c:v>fev/21</c:v>
                </c:pt>
                <c:pt idx="120">
                  <c:v>mar/21</c:v>
                </c:pt>
                <c:pt idx="121">
                  <c:v>abr/21</c:v>
                </c:pt>
                <c:pt idx="122">
                  <c:v>mai/21</c:v>
                </c:pt>
                <c:pt idx="123">
                  <c:v>jun/21</c:v>
                </c:pt>
                <c:pt idx="124">
                  <c:v>jul/21</c:v>
                </c:pt>
                <c:pt idx="125">
                  <c:v>ago/21</c:v>
                </c:pt>
                <c:pt idx="126">
                  <c:v>set/21</c:v>
                </c:pt>
                <c:pt idx="127">
                  <c:v>out/21</c:v>
                </c:pt>
                <c:pt idx="128">
                  <c:v>nov/21</c:v>
                </c:pt>
                <c:pt idx="129">
                  <c:v>dez/21</c:v>
                </c:pt>
                <c:pt idx="130">
                  <c:v>jan/22</c:v>
                </c:pt>
                <c:pt idx="131">
                  <c:v>fev/22</c:v>
                </c:pt>
                <c:pt idx="132">
                  <c:v>mar/22</c:v>
                </c:pt>
                <c:pt idx="133">
                  <c:v>abr/22</c:v>
                </c:pt>
                <c:pt idx="134">
                  <c:v>mai/22</c:v>
                </c:pt>
                <c:pt idx="135">
                  <c:v>jun/22</c:v>
                </c:pt>
                <c:pt idx="136">
                  <c:v>jul/22</c:v>
                </c:pt>
                <c:pt idx="137">
                  <c:v>ago/22</c:v>
                </c:pt>
                <c:pt idx="138">
                  <c:v>set/22</c:v>
                </c:pt>
                <c:pt idx="139">
                  <c:v>out/22</c:v>
                </c:pt>
                <c:pt idx="140">
                  <c:v>nov/22</c:v>
                </c:pt>
                <c:pt idx="141">
                  <c:v>dez/22</c:v>
                </c:pt>
                <c:pt idx="142">
                  <c:v>jan/23</c:v>
                </c:pt>
                <c:pt idx="143">
                  <c:v>fev/23</c:v>
                </c:pt>
                <c:pt idx="144">
                  <c:v>mar/23</c:v>
                </c:pt>
                <c:pt idx="145">
                  <c:v>abr/23</c:v>
                </c:pt>
                <c:pt idx="146">
                  <c:v>mai/23</c:v>
                </c:pt>
                <c:pt idx="147">
                  <c:v>jun/23</c:v>
                </c:pt>
                <c:pt idx="148">
                  <c:v>jul/23</c:v>
                </c:pt>
                <c:pt idx="149">
                  <c:v>ago/23</c:v>
                </c:pt>
                <c:pt idx="150">
                  <c:v>set/23</c:v>
                </c:pt>
                <c:pt idx="151">
                  <c:v>out/23</c:v>
                </c:pt>
                <c:pt idx="152">
                  <c:v>nov/23</c:v>
                </c:pt>
                <c:pt idx="153">
                  <c:v>dez/23</c:v>
                </c:pt>
                <c:pt idx="154">
                  <c:v>jan/24</c:v>
                </c:pt>
                <c:pt idx="155">
                  <c:v>fev/24</c:v>
                </c:pt>
                <c:pt idx="156">
                  <c:v>mar/24</c:v>
                </c:pt>
                <c:pt idx="157">
                  <c:v>abr/24</c:v>
                </c:pt>
                <c:pt idx="158">
                  <c:v>mai/24</c:v>
                </c:pt>
                <c:pt idx="159">
                  <c:v>jun/24</c:v>
                </c:pt>
                <c:pt idx="160">
                  <c:v>jul/24</c:v>
                </c:pt>
                <c:pt idx="161">
                  <c:v>ago/24</c:v>
                </c:pt>
                <c:pt idx="162">
                  <c:v>set/24</c:v>
                </c:pt>
                <c:pt idx="163">
                  <c:v>out/24</c:v>
                </c:pt>
                <c:pt idx="164">
                  <c:v>nov/24</c:v>
                </c:pt>
                <c:pt idx="165">
                  <c:v>dez/24</c:v>
                </c:pt>
                <c:pt idx="166">
                  <c:v>jan/25</c:v>
                </c:pt>
                <c:pt idx="167">
                  <c:v>fev/25</c:v>
                </c:pt>
                <c:pt idx="168">
                  <c:v>mar/25</c:v>
                </c:pt>
                <c:pt idx="169">
                  <c:v>abr/25</c:v>
                </c:pt>
                <c:pt idx="170">
                  <c:v>mai/25</c:v>
                </c:pt>
                <c:pt idx="171">
                  <c:v>jun/25</c:v>
                </c:pt>
                <c:pt idx="172">
                  <c:v>jul/25</c:v>
                </c:pt>
                <c:pt idx="173">
                  <c:v>ago/25</c:v>
                </c:pt>
                <c:pt idx="174">
                  <c:v>set/25</c:v>
                </c:pt>
                <c:pt idx="175">
                  <c:v>out/25</c:v>
                </c:pt>
                <c:pt idx="176">
                  <c:v>nov/25</c:v>
                </c:pt>
                <c:pt idx="177">
                  <c:v>dez/25</c:v>
                </c:pt>
                <c:pt idx="178">
                  <c:v>jan/26</c:v>
                </c:pt>
                <c:pt idx="179">
                  <c:v>fev/26</c:v>
                </c:pt>
                <c:pt idx="180">
                  <c:v>mar/26</c:v>
                </c:pt>
                <c:pt idx="181">
                  <c:v>abr/26</c:v>
                </c:pt>
                <c:pt idx="182">
                  <c:v>mai/26</c:v>
                </c:pt>
                <c:pt idx="183">
                  <c:v>jun/26</c:v>
                </c:pt>
                <c:pt idx="184">
                  <c:v>jul/26</c:v>
                </c:pt>
                <c:pt idx="185">
                  <c:v>ago/26</c:v>
                </c:pt>
              </c:strCache>
            </c:strRef>
          </c:cat>
          <c:val>
            <c:numRef>
              <c:f>Sheet1!$C$2:$C$187</c:f>
              <c:numCache>
                <c:formatCode>0.0</c:formatCode>
                <c:ptCount val="186"/>
                <c:pt idx="0">
                  <c:v>27.05</c:v>
                </c:pt>
                <c:pt idx="1">
                  <c:v>27.48</c:v>
                </c:pt>
                <c:pt idx="2">
                  <c:v>27.2</c:v>
                </c:pt>
                <c:pt idx="3">
                  <c:v>27.14</c:v>
                </c:pt>
                <c:pt idx="4">
                  <c:v>27.51</c:v>
                </c:pt>
                <c:pt idx="5">
                  <c:v>26.27</c:v>
                </c:pt>
                <c:pt idx="6">
                  <c:v>26.4</c:v>
                </c:pt>
                <c:pt idx="7">
                  <c:v>25.99</c:v>
                </c:pt>
                <c:pt idx="8">
                  <c:v>25.69</c:v>
                </c:pt>
                <c:pt idx="9">
                  <c:v>24.27</c:v>
                </c:pt>
                <c:pt idx="10">
                  <c:v>24.96</c:v>
                </c:pt>
                <c:pt idx="11">
                  <c:v>24.91</c:v>
                </c:pt>
                <c:pt idx="12">
                  <c:v>24.23</c:v>
                </c:pt>
                <c:pt idx="13">
                  <c:v>23.13</c:v>
                </c:pt>
                <c:pt idx="14">
                  <c:v>21.6</c:v>
                </c:pt>
                <c:pt idx="15">
                  <c:v>20.72</c:v>
                </c:pt>
                <c:pt idx="16">
                  <c:v>20.63</c:v>
                </c:pt>
                <c:pt idx="17">
                  <c:v>20.36</c:v>
                </c:pt>
                <c:pt idx="18">
                  <c:v>20.010000000000002</c:v>
                </c:pt>
                <c:pt idx="19">
                  <c:v>19.45</c:v>
                </c:pt>
                <c:pt idx="20">
                  <c:v>19.75</c:v>
                </c:pt>
                <c:pt idx="21">
                  <c:v>18.57</c:v>
                </c:pt>
                <c:pt idx="22">
                  <c:v>19.64</c:v>
                </c:pt>
                <c:pt idx="23">
                  <c:v>19.87</c:v>
                </c:pt>
                <c:pt idx="24">
                  <c:v>19.71</c:v>
                </c:pt>
                <c:pt idx="25">
                  <c:v>20.05</c:v>
                </c:pt>
                <c:pt idx="26">
                  <c:v>19.760000000000002</c:v>
                </c:pt>
                <c:pt idx="27">
                  <c:v>20.13</c:v>
                </c:pt>
                <c:pt idx="28">
                  <c:v>20.63</c:v>
                </c:pt>
                <c:pt idx="29">
                  <c:v>21.2</c:v>
                </c:pt>
                <c:pt idx="30">
                  <c:v>21.36</c:v>
                </c:pt>
                <c:pt idx="31">
                  <c:v>21.52</c:v>
                </c:pt>
                <c:pt idx="32">
                  <c:v>22.13</c:v>
                </c:pt>
                <c:pt idx="33">
                  <c:v>22</c:v>
                </c:pt>
                <c:pt idx="34">
                  <c:v>23.45</c:v>
                </c:pt>
                <c:pt idx="35">
                  <c:v>23.71</c:v>
                </c:pt>
                <c:pt idx="36">
                  <c:v>23.75</c:v>
                </c:pt>
                <c:pt idx="37">
                  <c:v>23.64</c:v>
                </c:pt>
                <c:pt idx="38">
                  <c:v>23.72</c:v>
                </c:pt>
                <c:pt idx="39">
                  <c:v>23.42</c:v>
                </c:pt>
                <c:pt idx="40">
                  <c:v>23.83</c:v>
                </c:pt>
                <c:pt idx="41">
                  <c:v>23.58</c:v>
                </c:pt>
                <c:pt idx="42">
                  <c:v>23.49</c:v>
                </c:pt>
                <c:pt idx="43">
                  <c:v>24.22</c:v>
                </c:pt>
                <c:pt idx="44">
                  <c:v>24.17</c:v>
                </c:pt>
                <c:pt idx="45">
                  <c:v>24.12</c:v>
                </c:pt>
                <c:pt idx="46">
                  <c:v>25.2</c:v>
                </c:pt>
                <c:pt idx="47">
                  <c:v>26.03</c:v>
                </c:pt>
                <c:pt idx="48">
                  <c:v>26.41</c:v>
                </c:pt>
                <c:pt idx="49">
                  <c:v>26.68</c:v>
                </c:pt>
                <c:pt idx="50">
                  <c:v>26.88</c:v>
                </c:pt>
                <c:pt idx="51">
                  <c:v>27.36</c:v>
                </c:pt>
                <c:pt idx="52">
                  <c:v>27.88</c:v>
                </c:pt>
                <c:pt idx="53">
                  <c:v>28.46</c:v>
                </c:pt>
                <c:pt idx="54">
                  <c:v>29.61</c:v>
                </c:pt>
                <c:pt idx="55">
                  <c:v>29.96</c:v>
                </c:pt>
                <c:pt idx="56">
                  <c:v>30.3</c:v>
                </c:pt>
                <c:pt idx="57">
                  <c:v>29.63</c:v>
                </c:pt>
                <c:pt idx="58">
                  <c:v>31.34</c:v>
                </c:pt>
                <c:pt idx="59">
                  <c:v>31.72</c:v>
                </c:pt>
                <c:pt idx="60">
                  <c:v>30.66</c:v>
                </c:pt>
                <c:pt idx="61">
                  <c:v>30.68</c:v>
                </c:pt>
                <c:pt idx="62">
                  <c:v>29.89</c:v>
                </c:pt>
                <c:pt idx="63">
                  <c:v>30.04</c:v>
                </c:pt>
                <c:pt idx="64">
                  <c:v>30.32</c:v>
                </c:pt>
                <c:pt idx="65">
                  <c:v>30.5</c:v>
                </c:pt>
                <c:pt idx="66">
                  <c:v>29.51</c:v>
                </c:pt>
                <c:pt idx="67">
                  <c:v>30.24</c:v>
                </c:pt>
                <c:pt idx="68">
                  <c:v>29.71</c:v>
                </c:pt>
                <c:pt idx="69">
                  <c:v>27.96</c:v>
                </c:pt>
                <c:pt idx="70">
                  <c:v>28.69</c:v>
                </c:pt>
                <c:pt idx="71">
                  <c:v>28.62</c:v>
                </c:pt>
                <c:pt idx="72">
                  <c:v>27.28</c:v>
                </c:pt>
                <c:pt idx="73">
                  <c:v>26.38</c:v>
                </c:pt>
                <c:pt idx="74">
                  <c:v>25.9</c:v>
                </c:pt>
                <c:pt idx="75">
                  <c:v>24.85</c:v>
                </c:pt>
                <c:pt idx="76">
                  <c:v>25.41</c:v>
                </c:pt>
                <c:pt idx="77">
                  <c:v>24.41</c:v>
                </c:pt>
                <c:pt idx="78">
                  <c:v>23.18</c:v>
                </c:pt>
                <c:pt idx="79">
                  <c:v>23.31</c:v>
                </c:pt>
                <c:pt idx="80">
                  <c:v>22.95</c:v>
                </c:pt>
                <c:pt idx="81">
                  <c:v>21.62</c:v>
                </c:pt>
                <c:pt idx="82">
                  <c:v>22.44</c:v>
                </c:pt>
                <c:pt idx="83">
                  <c:v>22.18</c:v>
                </c:pt>
                <c:pt idx="84">
                  <c:v>21.16</c:v>
                </c:pt>
                <c:pt idx="85">
                  <c:v>20.78</c:v>
                </c:pt>
                <c:pt idx="86">
                  <c:v>20.6</c:v>
                </c:pt>
                <c:pt idx="87">
                  <c:v>20.28</c:v>
                </c:pt>
                <c:pt idx="88">
                  <c:v>20.63</c:v>
                </c:pt>
                <c:pt idx="89">
                  <c:v>20.45</c:v>
                </c:pt>
                <c:pt idx="90">
                  <c:v>20.43</c:v>
                </c:pt>
                <c:pt idx="91">
                  <c:v>20.5</c:v>
                </c:pt>
                <c:pt idx="92">
                  <c:v>20.37</c:v>
                </c:pt>
                <c:pt idx="93">
                  <c:v>18.920000000000002</c:v>
                </c:pt>
                <c:pt idx="94">
                  <c:v>20.28</c:v>
                </c:pt>
                <c:pt idx="95">
                  <c:v>19.72</c:v>
                </c:pt>
                <c:pt idx="96">
                  <c:v>19.649999999999999</c:v>
                </c:pt>
                <c:pt idx="97">
                  <c:v>19.850000000000001</c:v>
                </c:pt>
                <c:pt idx="98">
                  <c:v>19.45</c:v>
                </c:pt>
                <c:pt idx="99">
                  <c:v>18.54</c:v>
                </c:pt>
                <c:pt idx="100">
                  <c:v>19.07</c:v>
                </c:pt>
                <c:pt idx="101">
                  <c:v>18.690000000000001</c:v>
                </c:pt>
                <c:pt idx="102">
                  <c:v>17.36</c:v>
                </c:pt>
                <c:pt idx="103">
                  <c:v>17.38</c:v>
                </c:pt>
                <c:pt idx="104">
                  <c:v>17.2</c:v>
                </c:pt>
                <c:pt idx="105">
                  <c:v>16.18</c:v>
                </c:pt>
                <c:pt idx="106">
                  <c:v>17.600000000000001</c:v>
                </c:pt>
                <c:pt idx="107">
                  <c:v>16.87</c:v>
                </c:pt>
                <c:pt idx="108">
                  <c:v>16.48</c:v>
                </c:pt>
                <c:pt idx="109">
                  <c:v>15.77</c:v>
                </c:pt>
                <c:pt idx="110">
                  <c:v>14.11</c:v>
                </c:pt>
                <c:pt idx="111">
                  <c:v>12.85</c:v>
                </c:pt>
                <c:pt idx="112">
                  <c:v>12.29</c:v>
                </c:pt>
                <c:pt idx="113">
                  <c:v>12.26</c:v>
                </c:pt>
                <c:pt idx="114">
                  <c:v>11.45</c:v>
                </c:pt>
                <c:pt idx="115">
                  <c:v>11.93</c:v>
                </c:pt>
                <c:pt idx="116">
                  <c:v>12.12</c:v>
                </c:pt>
                <c:pt idx="117">
                  <c:v>11.59</c:v>
                </c:pt>
                <c:pt idx="118">
                  <c:v>15.16</c:v>
                </c:pt>
                <c:pt idx="119">
                  <c:v>13.79</c:v>
                </c:pt>
                <c:pt idx="120">
                  <c:v>13.8</c:v>
                </c:pt>
                <c:pt idx="121">
                  <c:v>14.66</c:v>
                </c:pt>
                <c:pt idx="122">
                  <c:v>14.62</c:v>
                </c:pt>
                <c:pt idx="123">
                  <c:v>14.43</c:v>
                </c:pt>
                <c:pt idx="124">
                  <c:v>15.46</c:v>
                </c:pt>
                <c:pt idx="125">
                  <c:v>16.190000000000001</c:v>
                </c:pt>
                <c:pt idx="126">
                  <c:v>17.010000000000002</c:v>
                </c:pt>
                <c:pt idx="127">
                  <c:v>18.829999999999998</c:v>
                </c:pt>
                <c:pt idx="128">
                  <c:v>20.03</c:v>
                </c:pt>
                <c:pt idx="129">
                  <c:v>19.66</c:v>
                </c:pt>
                <c:pt idx="130">
                  <c:v>21.3</c:v>
                </c:pt>
                <c:pt idx="131">
                  <c:v>21.43</c:v>
                </c:pt>
                <c:pt idx="132">
                  <c:v>21.39</c:v>
                </c:pt>
                <c:pt idx="133">
                  <c:v>22.31</c:v>
                </c:pt>
                <c:pt idx="134">
                  <c:v>21.84</c:v>
                </c:pt>
                <c:pt idx="135">
                  <c:v>22.56</c:v>
                </c:pt>
                <c:pt idx="136">
                  <c:v>23.33</c:v>
                </c:pt>
                <c:pt idx="137">
                  <c:v>22.67</c:v>
                </c:pt>
                <c:pt idx="138">
                  <c:v>22.8</c:v>
                </c:pt>
                <c:pt idx="139">
                  <c:v>23.19</c:v>
                </c:pt>
                <c:pt idx="140">
                  <c:v>23.24</c:v>
                </c:pt>
                <c:pt idx="141">
                  <c:v>22.98</c:v>
                </c:pt>
                <c:pt idx="142">
                  <c:v>24.93</c:v>
                </c:pt>
                <c:pt idx="143">
                  <c:v>23.78</c:v>
                </c:pt>
                <c:pt idx="144">
                  <c:v>23.82</c:v>
                </c:pt>
                <c:pt idx="145">
                  <c:v>23.52</c:v>
                </c:pt>
                <c:pt idx="146">
                  <c:v>23.53</c:v>
                </c:pt>
                <c:pt idx="147">
                  <c:v>22.75</c:v>
                </c:pt>
                <c:pt idx="148">
                  <c:v>23</c:v>
                </c:pt>
                <c:pt idx="149">
                  <c:v>22.57</c:v>
                </c:pt>
                <c:pt idx="150">
                  <c:v>22.94</c:v>
                </c:pt>
                <c:pt idx="151">
                  <c:v>22.96</c:v>
                </c:pt>
                <c:pt idx="152">
                  <c:v>22.39</c:v>
                </c:pt>
                <c:pt idx="153">
                  <c:v>21.05</c:v>
                </c:pt>
                <c:pt idx="154">
                  <c:v>22.52</c:v>
                </c:pt>
                <c:pt idx="155">
                  <c:v>21.57</c:v>
                </c:pt>
                <c:pt idx="156">
                  <c:v>21.07</c:v>
                </c:pt>
                <c:pt idx="157">
                  <c:v>21.34</c:v>
                </c:pt>
                <c:pt idx="158">
                  <c:v>20.71</c:v>
                </c:pt>
                <c:pt idx="159">
                  <c:v>20.77</c:v>
                </c:pt>
                <c:pt idx="160">
                  <c:v>21.14</c:v>
                </c:pt>
                <c:pt idx="161">
                  <c:v>21.01</c:v>
                </c:pt>
                <c:pt idx="162">
                  <c:v>20.58</c:v>
                </c:pt>
                <c:pt idx="163">
                  <c:v>21.38</c:v>
                </c:pt>
                <c:pt idx="164">
                  <c:v>21.65</c:v>
                </c:pt>
                <c:pt idx="165">
                  <c:v>21.73</c:v>
                </c:pt>
                <c:pt idx="166">
                  <c:v>24.13</c:v>
                </c:pt>
                <c:pt idx="167">
                  <c:v>23.77</c:v>
                </c:pt>
                <c:pt idx="168">
                  <c:v>23.47</c:v>
                </c:pt>
                <c:pt idx="169">
                  <c:v>24.21</c:v>
                </c:pt>
                <c:pt idx="170">
                  <c:v>24.17</c:v>
                </c:pt>
                <c:pt idx="171">
                  <c:v>24.29</c:v>
                </c:pt>
                <c:pt idx="172">
                  <c:v>25.02</c:v>
                </c:pt>
                <c:pt idx="173">
                  <c:v>24.93</c:v>
                </c:pt>
                <c:pt idx="174">
                  <c:v>24.23</c:v>
                </c:pt>
                <c:pt idx="175">
                  <c:v>25.08</c:v>
                </c:pt>
                <c:pt idx="176">
                  <c:v>24.5</c:v>
                </c:pt>
                <c:pt idx="177">
                  <c:v>23.53</c:v>
                </c:pt>
                <c:pt idx="178">
                  <c:v>25.03</c:v>
                </c:pt>
                <c:pt idx="179">
                  <c:v>24.71</c:v>
                </c:pt>
                <c:pt idx="180">
                  <c:v>24.85</c:v>
                </c:pt>
                <c:pt idx="181">
                  <c:v>24.85</c:v>
                </c:pt>
                <c:pt idx="182">
                  <c:v>24.93</c:v>
                </c:pt>
                <c:pt idx="183">
                  <c:v>24.33</c:v>
                </c:pt>
                <c:pt idx="184">
                  <c:v>25.15</c:v>
                </c:pt>
                <c:pt idx="185">
                  <c:v>24.19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1B-455B-862E-BF0A33BDDE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 rot="-5400000" vert="horz"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5"/>
        <c:tickMarkSkip val="24"/>
        <c:noMultiLvlLbl val="0"/>
      </c:catAx>
      <c:valAx>
        <c:axId val="2140495176"/>
        <c:scaling>
          <c:orientation val="minMax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7.0000000000000007E-2"/>
          <c:y val="0.05"/>
          <c:w val="0.86"/>
          <c:h val="0.7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Transformação</c:v>
                </c:pt>
              </c:strCache>
            </c:strRef>
          </c:tx>
          <c:spPr>
            <a:ln w="31750">
              <a:solidFill>
                <a:srgbClr val="0240CA"/>
              </a:solidFill>
            </a:ln>
          </c:spPr>
          <c:marker>
            <c:symbol val="none"/>
          </c:marker>
          <c:dLbls>
            <c:dLbl>
              <c:idx val="118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24-45F1-A888-87731E38888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Sheet1!$A$2:$A$120</c:f>
              <c:strCache>
                <c:ptCount val="119"/>
                <c:pt idx="0">
                  <c:v>4T96</c:v>
                </c:pt>
                <c:pt idx="1">
                  <c:v>1T97</c:v>
                </c:pt>
                <c:pt idx="2">
                  <c:v>2T97</c:v>
                </c:pt>
                <c:pt idx="3">
                  <c:v>3T97</c:v>
                </c:pt>
                <c:pt idx="4">
                  <c:v>4T97</c:v>
                </c:pt>
                <c:pt idx="5">
                  <c:v>1T98</c:v>
                </c:pt>
                <c:pt idx="6">
                  <c:v>2T98</c:v>
                </c:pt>
                <c:pt idx="7">
                  <c:v>3T98</c:v>
                </c:pt>
                <c:pt idx="8">
                  <c:v>4T98</c:v>
                </c:pt>
                <c:pt idx="9">
                  <c:v>1T99</c:v>
                </c:pt>
                <c:pt idx="10">
                  <c:v>2T99</c:v>
                </c:pt>
                <c:pt idx="11">
                  <c:v>3T99</c:v>
                </c:pt>
                <c:pt idx="12">
                  <c:v>4T99</c:v>
                </c:pt>
                <c:pt idx="13">
                  <c:v>1T00</c:v>
                </c:pt>
                <c:pt idx="14">
                  <c:v>2T00</c:v>
                </c:pt>
                <c:pt idx="15">
                  <c:v>3T00</c:v>
                </c:pt>
                <c:pt idx="16">
                  <c:v>4T00</c:v>
                </c:pt>
                <c:pt idx="17">
                  <c:v>1T01</c:v>
                </c:pt>
                <c:pt idx="18">
                  <c:v>2T01</c:v>
                </c:pt>
                <c:pt idx="19">
                  <c:v>3T01</c:v>
                </c:pt>
                <c:pt idx="20">
                  <c:v>4T01</c:v>
                </c:pt>
                <c:pt idx="21">
                  <c:v>1T02</c:v>
                </c:pt>
                <c:pt idx="22">
                  <c:v>2T02</c:v>
                </c:pt>
                <c:pt idx="23">
                  <c:v>3T02</c:v>
                </c:pt>
                <c:pt idx="24">
                  <c:v>4T02</c:v>
                </c:pt>
                <c:pt idx="25">
                  <c:v>1T03</c:v>
                </c:pt>
                <c:pt idx="26">
                  <c:v>2T03</c:v>
                </c:pt>
                <c:pt idx="27">
                  <c:v>3T03</c:v>
                </c:pt>
                <c:pt idx="28">
                  <c:v>4T03</c:v>
                </c:pt>
                <c:pt idx="29">
                  <c:v>1T04</c:v>
                </c:pt>
                <c:pt idx="30">
                  <c:v>2T04</c:v>
                </c:pt>
                <c:pt idx="31">
                  <c:v>3T04</c:v>
                </c:pt>
                <c:pt idx="32">
                  <c:v>4T04</c:v>
                </c:pt>
                <c:pt idx="33">
                  <c:v>1T05</c:v>
                </c:pt>
                <c:pt idx="34">
                  <c:v>2T05</c:v>
                </c:pt>
                <c:pt idx="35">
                  <c:v>3T05</c:v>
                </c:pt>
                <c:pt idx="36">
                  <c:v>4T05</c:v>
                </c:pt>
                <c:pt idx="37">
                  <c:v>1T06</c:v>
                </c:pt>
                <c:pt idx="38">
                  <c:v>2T06</c:v>
                </c:pt>
                <c:pt idx="39">
                  <c:v>3T06</c:v>
                </c:pt>
                <c:pt idx="40">
                  <c:v>4T06</c:v>
                </c:pt>
                <c:pt idx="41">
                  <c:v>1T07</c:v>
                </c:pt>
                <c:pt idx="42">
                  <c:v>2T07</c:v>
                </c:pt>
                <c:pt idx="43">
                  <c:v>3T07</c:v>
                </c:pt>
                <c:pt idx="44">
                  <c:v>4T07</c:v>
                </c:pt>
                <c:pt idx="45">
                  <c:v>1T08</c:v>
                </c:pt>
                <c:pt idx="46">
                  <c:v>2T08</c:v>
                </c:pt>
                <c:pt idx="47">
                  <c:v>3T08</c:v>
                </c:pt>
                <c:pt idx="48">
                  <c:v>4T08</c:v>
                </c:pt>
                <c:pt idx="49">
                  <c:v>1T09</c:v>
                </c:pt>
                <c:pt idx="50">
                  <c:v>2T09</c:v>
                </c:pt>
                <c:pt idx="51">
                  <c:v>3T09</c:v>
                </c:pt>
                <c:pt idx="52">
                  <c:v>4T09</c:v>
                </c:pt>
                <c:pt idx="53">
                  <c:v>1T10</c:v>
                </c:pt>
                <c:pt idx="54">
                  <c:v>2T10</c:v>
                </c:pt>
                <c:pt idx="55">
                  <c:v>3T10</c:v>
                </c:pt>
                <c:pt idx="56">
                  <c:v>4T10</c:v>
                </c:pt>
                <c:pt idx="57">
                  <c:v>1T11</c:v>
                </c:pt>
                <c:pt idx="58">
                  <c:v>2T11</c:v>
                </c:pt>
                <c:pt idx="59">
                  <c:v>3T11</c:v>
                </c:pt>
                <c:pt idx="60">
                  <c:v>4T11</c:v>
                </c:pt>
                <c:pt idx="61">
                  <c:v>1T12</c:v>
                </c:pt>
                <c:pt idx="62">
                  <c:v>2T12</c:v>
                </c:pt>
                <c:pt idx="63">
                  <c:v>3T12</c:v>
                </c:pt>
                <c:pt idx="64">
                  <c:v>4T12</c:v>
                </c:pt>
                <c:pt idx="65">
                  <c:v>1T13</c:v>
                </c:pt>
                <c:pt idx="66">
                  <c:v>2T13</c:v>
                </c:pt>
                <c:pt idx="67">
                  <c:v>3T13</c:v>
                </c:pt>
                <c:pt idx="68">
                  <c:v>4T13</c:v>
                </c:pt>
                <c:pt idx="69">
                  <c:v>1T14</c:v>
                </c:pt>
                <c:pt idx="70">
                  <c:v>2T14</c:v>
                </c:pt>
                <c:pt idx="71">
                  <c:v>3T14</c:v>
                </c:pt>
                <c:pt idx="72">
                  <c:v>4T14</c:v>
                </c:pt>
                <c:pt idx="73">
                  <c:v>1T15</c:v>
                </c:pt>
                <c:pt idx="74">
                  <c:v>2T15</c:v>
                </c:pt>
                <c:pt idx="75">
                  <c:v>3T15</c:v>
                </c:pt>
                <c:pt idx="76">
                  <c:v>4T15</c:v>
                </c:pt>
                <c:pt idx="77">
                  <c:v>1T16</c:v>
                </c:pt>
                <c:pt idx="78">
                  <c:v>2T16</c:v>
                </c:pt>
                <c:pt idx="79">
                  <c:v>3T16</c:v>
                </c:pt>
                <c:pt idx="80">
                  <c:v>4T16</c:v>
                </c:pt>
                <c:pt idx="81">
                  <c:v>1T17</c:v>
                </c:pt>
                <c:pt idx="82">
                  <c:v>2T17</c:v>
                </c:pt>
                <c:pt idx="83">
                  <c:v>3T17</c:v>
                </c:pt>
                <c:pt idx="84">
                  <c:v>4T17</c:v>
                </c:pt>
                <c:pt idx="85">
                  <c:v>1T18</c:v>
                </c:pt>
                <c:pt idx="86">
                  <c:v>2T18</c:v>
                </c:pt>
                <c:pt idx="87">
                  <c:v>3T18</c:v>
                </c:pt>
                <c:pt idx="88">
                  <c:v>4T18</c:v>
                </c:pt>
                <c:pt idx="89">
                  <c:v>1T19</c:v>
                </c:pt>
                <c:pt idx="90">
                  <c:v>2T19</c:v>
                </c:pt>
                <c:pt idx="91">
                  <c:v>3T19</c:v>
                </c:pt>
                <c:pt idx="92">
                  <c:v>4T19</c:v>
                </c:pt>
                <c:pt idx="93">
                  <c:v>1T20</c:v>
                </c:pt>
                <c:pt idx="94">
                  <c:v>2T20</c:v>
                </c:pt>
                <c:pt idx="95">
                  <c:v>3T20</c:v>
                </c:pt>
                <c:pt idx="96">
                  <c:v>4T20</c:v>
                </c:pt>
                <c:pt idx="97">
                  <c:v>1T21</c:v>
                </c:pt>
                <c:pt idx="98">
                  <c:v>2T21</c:v>
                </c:pt>
                <c:pt idx="99">
                  <c:v>3T21</c:v>
                </c:pt>
                <c:pt idx="100">
                  <c:v>4T21</c:v>
                </c:pt>
                <c:pt idx="101">
                  <c:v>1T22</c:v>
                </c:pt>
                <c:pt idx="102">
                  <c:v>2T22</c:v>
                </c:pt>
                <c:pt idx="103">
                  <c:v>3T22</c:v>
                </c:pt>
                <c:pt idx="104">
                  <c:v>4T22</c:v>
                </c:pt>
                <c:pt idx="105">
                  <c:v>1T23</c:v>
                </c:pt>
                <c:pt idx="106">
                  <c:v>2T23</c:v>
                </c:pt>
                <c:pt idx="107">
                  <c:v>3T23</c:v>
                </c:pt>
                <c:pt idx="108">
                  <c:v>4T23</c:v>
                </c:pt>
                <c:pt idx="109">
                  <c:v>1T24</c:v>
                </c:pt>
                <c:pt idx="110">
                  <c:v>2T24</c:v>
                </c:pt>
                <c:pt idx="111">
                  <c:v>3T24</c:v>
                </c:pt>
                <c:pt idx="112">
                  <c:v>4T24</c:v>
                </c:pt>
                <c:pt idx="113">
                  <c:v>1T25</c:v>
                </c:pt>
                <c:pt idx="114">
                  <c:v>2T25</c:v>
                </c:pt>
                <c:pt idx="115">
                  <c:v>3T25</c:v>
                </c:pt>
                <c:pt idx="116">
                  <c:v>4T25</c:v>
                </c:pt>
                <c:pt idx="117">
                  <c:v>1T26</c:v>
                </c:pt>
                <c:pt idx="118">
                  <c:v>2T26</c:v>
                </c:pt>
              </c:strCache>
            </c:strRef>
          </c:cat>
          <c:val>
            <c:numRef>
              <c:f>Sheet1!$B$2:$B$120</c:f>
              <c:numCache>
                <c:formatCode>0.0</c:formatCode>
                <c:ptCount val="119"/>
                <c:pt idx="0">
                  <c:v>14.95</c:v>
                </c:pt>
                <c:pt idx="1">
                  <c:v>15.07</c:v>
                </c:pt>
                <c:pt idx="2">
                  <c:v>15.41</c:v>
                </c:pt>
                <c:pt idx="3">
                  <c:v>15.52</c:v>
                </c:pt>
                <c:pt idx="4">
                  <c:v>14.81</c:v>
                </c:pt>
                <c:pt idx="5">
                  <c:v>14.52</c:v>
                </c:pt>
                <c:pt idx="6">
                  <c:v>14.22</c:v>
                </c:pt>
                <c:pt idx="7">
                  <c:v>13.97</c:v>
                </c:pt>
                <c:pt idx="8">
                  <c:v>13.81</c:v>
                </c:pt>
                <c:pt idx="9">
                  <c:v>13.53</c:v>
                </c:pt>
                <c:pt idx="10">
                  <c:v>13.81</c:v>
                </c:pt>
                <c:pt idx="11">
                  <c:v>13.89</c:v>
                </c:pt>
                <c:pt idx="12">
                  <c:v>14.21</c:v>
                </c:pt>
                <c:pt idx="13">
                  <c:v>14.72</c:v>
                </c:pt>
                <c:pt idx="14">
                  <c:v>14.87</c:v>
                </c:pt>
                <c:pt idx="15">
                  <c:v>15.05</c:v>
                </c:pt>
                <c:pt idx="16">
                  <c:v>15.27</c:v>
                </c:pt>
                <c:pt idx="17">
                  <c:v>15.6</c:v>
                </c:pt>
                <c:pt idx="18">
                  <c:v>15.36</c:v>
                </c:pt>
                <c:pt idx="19">
                  <c:v>15.41</c:v>
                </c:pt>
                <c:pt idx="20">
                  <c:v>15.37</c:v>
                </c:pt>
                <c:pt idx="21">
                  <c:v>14.75</c:v>
                </c:pt>
                <c:pt idx="22">
                  <c:v>14.75</c:v>
                </c:pt>
                <c:pt idx="23">
                  <c:v>14.46</c:v>
                </c:pt>
                <c:pt idx="24">
                  <c:v>14.48</c:v>
                </c:pt>
                <c:pt idx="25">
                  <c:v>14.99</c:v>
                </c:pt>
                <c:pt idx="26">
                  <c:v>15.64</c:v>
                </c:pt>
                <c:pt idx="27">
                  <c:v>16.510000000000002</c:v>
                </c:pt>
                <c:pt idx="28">
                  <c:v>16.88</c:v>
                </c:pt>
                <c:pt idx="29">
                  <c:v>17.079999999999998</c:v>
                </c:pt>
                <c:pt idx="30">
                  <c:v>17.14</c:v>
                </c:pt>
                <c:pt idx="31">
                  <c:v>17.32</c:v>
                </c:pt>
                <c:pt idx="32">
                  <c:v>17.79</c:v>
                </c:pt>
                <c:pt idx="33">
                  <c:v>17.940000000000001</c:v>
                </c:pt>
                <c:pt idx="34">
                  <c:v>18.02</c:v>
                </c:pt>
                <c:pt idx="35">
                  <c:v>17.78</c:v>
                </c:pt>
                <c:pt idx="36">
                  <c:v>17.36</c:v>
                </c:pt>
                <c:pt idx="37">
                  <c:v>16.95</c:v>
                </c:pt>
                <c:pt idx="38">
                  <c:v>16.7</c:v>
                </c:pt>
                <c:pt idx="39">
                  <c:v>16.59</c:v>
                </c:pt>
                <c:pt idx="40">
                  <c:v>16.59</c:v>
                </c:pt>
                <c:pt idx="41">
                  <c:v>16.55</c:v>
                </c:pt>
                <c:pt idx="42">
                  <c:v>16.47</c:v>
                </c:pt>
                <c:pt idx="43">
                  <c:v>16.670000000000002</c:v>
                </c:pt>
                <c:pt idx="44">
                  <c:v>16.600000000000001</c:v>
                </c:pt>
                <c:pt idx="45">
                  <c:v>16.420000000000002</c:v>
                </c:pt>
                <c:pt idx="46">
                  <c:v>16.46</c:v>
                </c:pt>
                <c:pt idx="47">
                  <c:v>16.71</c:v>
                </c:pt>
                <c:pt idx="48">
                  <c:v>16.52</c:v>
                </c:pt>
                <c:pt idx="49">
                  <c:v>16.11</c:v>
                </c:pt>
                <c:pt idx="50">
                  <c:v>15.78</c:v>
                </c:pt>
                <c:pt idx="51">
                  <c:v>15.15</c:v>
                </c:pt>
                <c:pt idx="52">
                  <c:v>15.27</c:v>
                </c:pt>
                <c:pt idx="53">
                  <c:v>15.41</c:v>
                </c:pt>
                <c:pt idx="54">
                  <c:v>15.35</c:v>
                </c:pt>
                <c:pt idx="55">
                  <c:v>15.29</c:v>
                </c:pt>
                <c:pt idx="56">
                  <c:v>14.97</c:v>
                </c:pt>
                <c:pt idx="57">
                  <c:v>14.85</c:v>
                </c:pt>
                <c:pt idx="58">
                  <c:v>14.53</c:v>
                </c:pt>
                <c:pt idx="59">
                  <c:v>14.2</c:v>
                </c:pt>
                <c:pt idx="60">
                  <c:v>13.86</c:v>
                </c:pt>
                <c:pt idx="61">
                  <c:v>13.47</c:v>
                </c:pt>
                <c:pt idx="62">
                  <c:v>13.11</c:v>
                </c:pt>
                <c:pt idx="63">
                  <c:v>12.84</c:v>
                </c:pt>
                <c:pt idx="64">
                  <c:v>12.55</c:v>
                </c:pt>
                <c:pt idx="65">
                  <c:v>12.48</c:v>
                </c:pt>
                <c:pt idx="66">
                  <c:v>12.51</c:v>
                </c:pt>
                <c:pt idx="67">
                  <c:v>12.44</c:v>
                </c:pt>
                <c:pt idx="68">
                  <c:v>12.27</c:v>
                </c:pt>
                <c:pt idx="69">
                  <c:v>12.06</c:v>
                </c:pt>
                <c:pt idx="70">
                  <c:v>11.84</c:v>
                </c:pt>
                <c:pt idx="71">
                  <c:v>11.97</c:v>
                </c:pt>
                <c:pt idx="72">
                  <c:v>12.01</c:v>
                </c:pt>
                <c:pt idx="73">
                  <c:v>12.1</c:v>
                </c:pt>
                <c:pt idx="74">
                  <c:v>12.23</c:v>
                </c:pt>
                <c:pt idx="75">
                  <c:v>12.15</c:v>
                </c:pt>
                <c:pt idx="76">
                  <c:v>12.24</c:v>
                </c:pt>
                <c:pt idx="77">
                  <c:v>12.2</c:v>
                </c:pt>
                <c:pt idx="78">
                  <c:v>12.31</c:v>
                </c:pt>
                <c:pt idx="79">
                  <c:v>12.41</c:v>
                </c:pt>
                <c:pt idx="80">
                  <c:v>12.48</c:v>
                </c:pt>
                <c:pt idx="81">
                  <c:v>12.45</c:v>
                </c:pt>
                <c:pt idx="82">
                  <c:v>12.35</c:v>
                </c:pt>
                <c:pt idx="83">
                  <c:v>12.43</c:v>
                </c:pt>
                <c:pt idx="84">
                  <c:v>12.45</c:v>
                </c:pt>
                <c:pt idx="85">
                  <c:v>12.52</c:v>
                </c:pt>
                <c:pt idx="86">
                  <c:v>12.5</c:v>
                </c:pt>
                <c:pt idx="87">
                  <c:v>12.36</c:v>
                </c:pt>
                <c:pt idx="88">
                  <c:v>12.27</c:v>
                </c:pt>
                <c:pt idx="89">
                  <c:v>12.11</c:v>
                </c:pt>
                <c:pt idx="90">
                  <c:v>12.15</c:v>
                </c:pt>
                <c:pt idx="91">
                  <c:v>12.1</c:v>
                </c:pt>
                <c:pt idx="92">
                  <c:v>12.01</c:v>
                </c:pt>
                <c:pt idx="93">
                  <c:v>11.88</c:v>
                </c:pt>
                <c:pt idx="94">
                  <c:v>11.79</c:v>
                </c:pt>
                <c:pt idx="95">
                  <c:v>12.1</c:v>
                </c:pt>
                <c:pt idx="96">
                  <c:v>12.34</c:v>
                </c:pt>
                <c:pt idx="97">
                  <c:v>12.67</c:v>
                </c:pt>
                <c:pt idx="98">
                  <c:v>13.13</c:v>
                </c:pt>
                <c:pt idx="99">
                  <c:v>13.53</c:v>
                </c:pt>
                <c:pt idx="100">
                  <c:v>13.91</c:v>
                </c:pt>
                <c:pt idx="101">
                  <c:v>14.18</c:v>
                </c:pt>
                <c:pt idx="102">
                  <c:v>14.69</c:v>
                </c:pt>
                <c:pt idx="103">
                  <c:v>14.92</c:v>
                </c:pt>
                <c:pt idx="104">
                  <c:v>15.08</c:v>
                </c:pt>
                <c:pt idx="105">
                  <c:v>15.35</c:v>
                </c:pt>
                <c:pt idx="106">
                  <c:v>15.26</c:v>
                </c:pt>
                <c:pt idx="107">
                  <c:v>15.28</c:v>
                </c:pt>
                <c:pt idx="108">
                  <c:v>15.17</c:v>
                </c:pt>
                <c:pt idx="109">
                  <c:v>14.86</c:v>
                </c:pt>
                <c:pt idx="110">
                  <c:v>14.55</c:v>
                </c:pt>
                <c:pt idx="111">
                  <c:v>14.23</c:v>
                </c:pt>
                <c:pt idx="112">
                  <c:v>14.1</c:v>
                </c:pt>
                <c:pt idx="113">
                  <c:v>13.91</c:v>
                </c:pt>
                <c:pt idx="114">
                  <c:v>13.77</c:v>
                </c:pt>
                <c:pt idx="115">
                  <c:v>13.79</c:v>
                </c:pt>
                <c:pt idx="116">
                  <c:v>13.69</c:v>
                </c:pt>
                <c:pt idx="117">
                  <c:v>13.73</c:v>
                </c:pt>
                <c:pt idx="118">
                  <c:v>13.7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24-45F1-A888-87731E388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40495176"/>
        <c:crosses val="autoZero"/>
        <c:auto val="1"/>
        <c:lblAlgn val="ctr"/>
        <c:lblOffset val="100"/>
        <c:tickLblSkip val="16"/>
        <c:tickMarkSkip val="16"/>
        <c:noMultiLvlLbl val="0"/>
      </c:catAx>
      <c:valAx>
        <c:axId val="2140495176"/>
        <c:scaling>
          <c:orientation val="minMax"/>
          <c:max val="20"/>
          <c:min val="1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Países da OCDE e parceiros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Irlanda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E47-47EF-865C-509AE33E89C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Austrália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E47-47EF-865C-509AE33E89C9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Coreia do Sul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E47-47EF-865C-509AE33E89C9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Chile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E47-47EF-865C-509AE33E89C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Suíça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E47-47EF-865C-509AE33E89C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EUA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E47-47EF-865C-509AE33E89C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Noruega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E47-47EF-865C-509AE33E89C9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Colômbia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DE47-47EF-865C-509AE33E89C9}"/>
                </c:ext>
              </c:extLst>
            </c:dLbl>
            <c:dLbl>
              <c:idx val="3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México</a:t>
                    </a:r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Sheet1!$A$2:$A$41</c:f>
              <c:numCache>
                <c:formatCode>General</c:formatCode>
                <c:ptCount val="40"/>
                <c:pt idx="0">
                  <c:v>469.2</c:v>
                </c:pt>
                <c:pt idx="1">
                  <c:v>408.9</c:v>
                </c:pt>
                <c:pt idx="2">
                  <c:v>380.7</c:v>
                </c:pt>
                <c:pt idx="3">
                  <c:v>377.3</c:v>
                </c:pt>
                <c:pt idx="4">
                  <c:v>368.6</c:v>
                </c:pt>
                <c:pt idx="5">
                  <c:v>347.9</c:v>
                </c:pt>
                <c:pt idx="6">
                  <c:v>343.3</c:v>
                </c:pt>
                <c:pt idx="7">
                  <c:v>334.8</c:v>
                </c:pt>
                <c:pt idx="8">
                  <c:v>319.5</c:v>
                </c:pt>
                <c:pt idx="9">
                  <c:v>318.7</c:v>
                </c:pt>
                <c:pt idx="10">
                  <c:v>315.2</c:v>
                </c:pt>
                <c:pt idx="11">
                  <c:v>302.2</c:v>
                </c:pt>
                <c:pt idx="12">
                  <c:v>293.89999999999998</c:v>
                </c:pt>
                <c:pt idx="13">
                  <c:v>272.10000000000002</c:v>
                </c:pt>
                <c:pt idx="14">
                  <c:v>268.5</c:v>
                </c:pt>
                <c:pt idx="15">
                  <c:v>267.89999999999998</c:v>
                </c:pt>
                <c:pt idx="16">
                  <c:v>265.89999999999998</c:v>
                </c:pt>
                <c:pt idx="17">
                  <c:v>265.39999999999998</c:v>
                </c:pt>
                <c:pt idx="18">
                  <c:v>264.60000000000002</c:v>
                </c:pt>
                <c:pt idx="19">
                  <c:v>239</c:v>
                </c:pt>
                <c:pt idx="20">
                  <c:v>237.8</c:v>
                </c:pt>
                <c:pt idx="21">
                  <c:v>235.9</c:v>
                </c:pt>
                <c:pt idx="22">
                  <c:v>235.1</c:v>
                </c:pt>
                <c:pt idx="23">
                  <c:v>220.4</c:v>
                </c:pt>
                <c:pt idx="24">
                  <c:v>214.4</c:v>
                </c:pt>
                <c:pt idx="25">
                  <c:v>214.3</c:v>
                </c:pt>
                <c:pt idx="26">
                  <c:v>211.1</c:v>
                </c:pt>
                <c:pt idx="27">
                  <c:v>208.6</c:v>
                </c:pt>
                <c:pt idx="28">
                  <c:v>196.4</c:v>
                </c:pt>
                <c:pt idx="29">
                  <c:v>194.9</c:v>
                </c:pt>
                <c:pt idx="30">
                  <c:v>187.4</c:v>
                </c:pt>
                <c:pt idx="31">
                  <c:v>185.7</c:v>
                </c:pt>
                <c:pt idx="32">
                  <c:v>178.3</c:v>
                </c:pt>
                <c:pt idx="33">
                  <c:v>177.1</c:v>
                </c:pt>
                <c:pt idx="34">
                  <c:v>166.4</c:v>
                </c:pt>
                <c:pt idx="35">
                  <c:v>163.5</c:v>
                </c:pt>
                <c:pt idx="36">
                  <c:v>161.5</c:v>
                </c:pt>
                <c:pt idx="37">
                  <c:v>145.5</c:v>
                </c:pt>
                <c:pt idx="38">
                  <c:v>143.69999999999999</c:v>
                </c:pt>
                <c:pt idx="39">
                  <c:v>143.30000000000001</c:v>
                </c:pt>
              </c:numCache>
            </c:numRef>
          </c:xVal>
          <c:yVal>
            <c:numRef>
              <c:f>Sheet1!$B$2:$B$41</c:f>
              <c:numCache>
                <c:formatCode>General</c:formatCode>
                <c:ptCount val="40"/>
                <c:pt idx="0">
                  <c:v>94.474999999999994</c:v>
                </c:pt>
                <c:pt idx="1">
                  <c:v>61.485999999999997</c:v>
                </c:pt>
                <c:pt idx="2">
                  <c:v>45.075000000000003</c:v>
                </c:pt>
                <c:pt idx="3">
                  <c:v>47.901000000000003</c:v>
                </c:pt>
                <c:pt idx="4">
                  <c:v>45.061</c:v>
                </c:pt>
                <c:pt idx="5">
                  <c:v>60.773000000000003</c:v>
                </c:pt>
                <c:pt idx="6">
                  <c:v>37.048000000000002</c:v>
                </c:pt>
                <c:pt idx="7">
                  <c:v>14.617000000000001</c:v>
                </c:pt>
                <c:pt idx="8">
                  <c:v>41.881999999999998</c:v>
                </c:pt>
                <c:pt idx="9">
                  <c:v>39.683</c:v>
                </c:pt>
                <c:pt idx="10">
                  <c:v>41.414999999999999</c:v>
                </c:pt>
                <c:pt idx="11">
                  <c:v>45.959000000000003</c:v>
                </c:pt>
                <c:pt idx="12">
                  <c:v>93.018000000000001</c:v>
                </c:pt>
                <c:pt idx="13">
                  <c:v>44.027999999999999</c:v>
                </c:pt>
                <c:pt idx="14">
                  <c:v>66.856999999999999</c:v>
                </c:pt>
                <c:pt idx="15">
                  <c:v>83.486999999999995</c:v>
                </c:pt>
                <c:pt idx="16">
                  <c:v>54.316000000000003</c:v>
                </c:pt>
                <c:pt idx="17">
                  <c:v>29.245000000000001</c:v>
                </c:pt>
                <c:pt idx="18">
                  <c:v>22.664000000000001</c:v>
                </c:pt>
                <c:pt idx="19">
                  <c:v>6.8650000000000002</c:v>
                </c:pt>
                <c:pt idx="20">
                  <c:v>59.054000000000002</c:v>
                </c:pt>
                <c:pt idx="21">
                  <c:v>17.853999999999999</c:v>
                </c:pt>
                <c:pt idx="22">
                  <c:v>26.135000000000002</c:v>
                </c:pt>
                <c:pt idx="23">
                  <c:v>21.495000000000001</c:v>
                </c:pt>
                <c:pt idx="24">
                  <c:v>51.174999999999997</c:v>
                </c:pt>
                <c:pt idx="25">
                  <c:v>34.508000000000003</c:v>
                </c:pt>
                <c:pt idx="26">
                  <c:v>45.02</c:v>
                </c:pt>
                <c:pt idx="27">
                  <c:v>18.001000000000001</c:v>
                </c:pt>
                <c:pt idx="28">
                  <c:v>15.395</c:v>
                </c:pt>
                <c:pt idx="29">
                  <c:v>12.46</c:v>
                </c:pt>
                <c:pt idx="30">
                  <c:v>10.284000000000001</c:v>
                </c:pt>
                <c:pt idx="31">
                  <c:v>20.077999999999999</c:v>
                </c:pt>
                <c:pt idx="32">
                  <c:v>15.053000000000001</c:v>
                </c:pt>
                <c:pt idx="33">
                  <c:v>19.204999999999998</c:v>
                </c:pt>
                <c:pt idx="34">
                  <c:v>20.449000000000002</c:v>
                </c:pt>
                <c:pt idx="35">
                  <c:v>6.7320000000000002</c:v>
                </c:pt>
                <c:pt idx="36">
                  <c:v>16.542999999999999</c:v>
                </c:pt>
                <c:pt idx="37">
                  <c:v>10.127000000000001</c:v>
                </c:pt>
                <c:pt idx="38">
                  <c:v>19.776</c:v>
                </c:pt>
                <c:pt idx="39">
                  <c:v>16.376000000000001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9-DE47-47EF-865C-509AE33E89C9}"/>
            </c:ext>
          </c:extLst>
        </c:ser>
        <c:ser>
          <c:idx val="1"/>
          <c:order val="1"/>
          <c:tx>
            <c:strRef>
              <c:f>Sheet1!$B$43</c:f>
              <c:strCache>
                <c:ptCount val="1"/>
                <c:pt idx="0">
                  <c:v>Brasil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Brasil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DE47-47EF-865C-509AE33E89C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Sheet1!$A$44:$A$44</c:f>
              <c:numCache>
                <c:formatCode>General</c:formatCode>
                <c:ptCount val="1"/>
                <c:pt idx="0">
                  <c:v>117.5</c:v>
                </c:pt>
              </c:numCache>
            </c:numRef>
          </c:xVal>
          <c:yVal>
            <c:numRef>
              <c:f>Sheet1!$B$44:$B$44</c:f>
              <c:numCache>
                <c:formatCode>General</c:formatCode>
                <c:ptCount val="1"/>
                <c:pt idx="0">
                  <c:v>9.5670000000000002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DE47-47EF-865C-509AE33E89C9}"/>
            </c:ext>
          </c:extLst>
        </c:ser>
        <c:ser>
          <c:idx val="2"/>
          <c:order val="2"/>
          <c:tx>
            <c:strRef>
              <c:f>Sheet1!$B$46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Sheet1!$A$47:$A$48</c:f>
              <c:numCache>
                <c:formatCode>General</c:formatCode>
                <c:ptCount val="2"/>
                <c:pt idx="0">
                  <c:v>100</c:v>
                </c:pt>
                <c:pt idx="1">
                  <c:v>500</c:v>
                </c:pt>
              </c:numCache>
            </c:numRef>
          </c:xVal>
          <c:yVal>
            <c:numRef>
              <c:f>Sheet1!$B$47:$B$48</c:f>
              <c:numCache>
                <c:formatCode>General</c:formatCode>
                <c:ptCount val="2"/>
                <c:pt idx="0">
                  <c:v>6.3320210273520914</c:v>
                </c:pt>
                <c:pt idx="1">
                  <c:v>81.800157069672252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DE47-47EF-865C-509AE33E89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50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0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Demais UFs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9BEC8"/>
              </a:solidFill>
              <a:ln>
                <a:solidFill>
                  <a:srgbClr val="B9BEC8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PR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23B0-4484-8AB3-2FA5BF4A258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SP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3B0-4484-8AB3-2FA5BF4A258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23B0-4484-8AB3-2FA5BF4A258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RJ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3B0-4484-8AB3-2FA5BF4A258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3B0-4484-8AB3-2FA5BF4A258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ES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3B0-4484-8AB3-2FA5BF4A258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3B0-4484-8AB3-2FA5BF4A258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TO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3B0-4484-8AB3-2FA5BF4A258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BA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3B0-4484-8AB3-2FA5BF4A258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23B0-4484-8AB3-2FA5BF4A258A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MA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3B0-4484-8AB3-2FA5BF4A258A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750">
                        <a:solidFill>
                          <a:srgbClr val="6B7280"/>
                        </a:solidFill>
                      </a:rPr>
                      <a:t>RR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Sheet1!$A$2:$A$26</c:f>
              <c:numCache>
                <c:formatCode>General</c:formatCode>
                <c:ptCount val="25"/>
                <c:pt idx="0">
                  <c:v>62.73</c:v>
                </c:pt>
                <c:pt idx="1">
                  <c:v>54.43</c:v>
                </c:pt>
                <c:pt idx="2">
                  <c:v>52.72</c:v>
                </c:pt>
                <c:pt idx="3">
                  <c:v>46.24</c:v>
                </c:pt>
                <c:pt idx="4">
                  <c:v>43.05</c:v>
                </c:pt>
                <c:pt idx="5">
                  <c:v>42.93</c:v>
                </c:pt>
                <c:pt idx="6">
                  <c:v>38.700000000000003</c:v>
                </c:pt>
                <c:pt idx="7">
                  <c:v>34.229999999999997</c:v>
                </c:pt>
                <c:pt idx="8">
                  <c:v>31.98</c:v>
                </c:pt>
                <c:pt idx="9">
                  <c:v>30.65</c:v>
                </c:pt>
                <c:pt idx="10">
                  <c:v>30.65</c:v>
                </c:pt>
                <c:pt idx="11">
                  <c:v>29.87</c:v>
                </c:pt>
                <c:pt idx="12">
                  <c:v>28.5</c:v>
                </c:pt>
                <c:pt idx="13">
                  <c:v>28.01</c:v>
                </c:pt>
                <c:pt idx="14">
                  <c:v>27.42</c:v>
                </c:pt>
                <c:pt idx="15">
                  <c:v>26.34</c:v>
                </c:pt>
                <c:pt idx="16">
                  <c:v>25.04</c:v>
                </c:pt>
                <c:pt idx="17">
                  <c:v>24.97</c:v>
                </c:pt>
                <c:pt idx="18">
                  <c:v>23.51</c:v>
                </c:pt>
                <c:pt idx="19">
                  <c:v>23.42</c:v>
                </c:pt>
                <c:pt idx="20">
                  <c:v>19.420000000000002</c:v>
                </c:pt>
                <c:pt idx="21">
                  <c:v>19.34</c:v>
                </c:pt>
                <c:pt idx="22">
                  <c:v>16.96</c:v>
                </c:pt>
                <c:pt idx="23">
                  <c:v>15.29</c:v>
                </c:pt>
                <c:pt idx="24">
                  <c:v>12.56</c:v>
                </c:pt>
              </c:numCache>
            </c:numRef>
          </c:xVal>
          <c:yVal>
            <c:numRef>
              <c:f>Sheet1!$B$2:$B$26</c:f>
              <c:numCache>
                <c:formatCode>General</c:formatCode>
                <c:ptCount val="25"/>
                <c:pt idx="0">
                  <c:v>57.081000000000003</c:v>
                </c:pt>
                <c:pt idx="1">
                  <c:v>75.131</c:v>
                </c:pt>
                <c:pt idx="2">
                  <c:v>45.746000000000002</c:v>
                </c:pt>
                <c:pt idx="3">
                  <c:v>68.135000000000005</c:v>
                </c:pt>
                <c:pt idx="4">
                  <c:v>57.93</c:v>
                </c:pt>
                <c:pt idx="5">
                  <c:v>51.478000000000002</c:v>
                </c:pt>
                <c:pt idx="6">
                  <c:v>64.072999999999993</c:v>
                </c:pt>
                <c:pt idx="7">
                  <c:v>41.04</c:v>
                </c:pt>
                <c:pt idx="8">
                  <c:v>29.064</c:v>
                </c:pt>
                <c:pt idx="9">
                  <c:v>29.542999999999999</c:v>
                </c:pt>
                <c:pt idx="10">
                  <c:v>72.254999999999995</c:v>
                </c:pt>
                <c:pt idx="11">
                  <c:v>23.509</c:v>
                </c:pt>
                <c:pt idx="12">
                  <c:v>38.154000000000003</c:v>
                </c:pt>
                <c:pt idx="13">
                  <c:v>46.292000000000002</c:v>
                </c:pt>
                <c:pt idx="14">
                  <c:v>29.608000000000001</c:v>
                </c:pt>
                <c:pt idx="15">
                  <c:v>43.933999999999997</c:v>
                </c:pt>
                <c:pt idx="16">
                  <c:v>25.253</c:v>
                </c:pt>
                <c:pt idx="17">
                  <c:v>26.651</c:v>
                </c:pt>
                <c:pt idx="18">
                  <c:v>28.428000000000001</c:v>
                </c:pt>
                <c:pt idx="19">
                  <c:v>35.064</c:v>
                </c:pt>
                <c:pt idx="20">
                  <c:v>29.992999999999999</c:v>
                </c:pt>
                <c:pt idx="21">
                  <c:v>24.04</c:v>
                </c:pt>
                <c:pt idx="22">
                  <c:v>27.866</c:v>
                </c:pt>
                <c:pt idx="23">
                  <c:v>21.308</c:v>
                </c:pt>
                <c:pt idx="24">
                  <c:v>36.137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C-23B0-4484-8AB3-2FA5BF4A258A}"/>
            </c:ext>
          </c:extLst>
        </c:ser>
        <c:ser>
          <c:idx val="1"/>
          <c:order val="1"/>
          <c:tx>
            <c:strRef>
              <c:f>Sheet1!$B$28</c:f>
              <c:strCache>
                <c:ptCount val="1"/>
                <c:pt idx="0">
                  <c:v>Santa Catarina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0240CA"/>
              </a:solidFill>
              <a:ln>
                <a:solidFill>
                  <a:srgbClr val="0240CA"/>
                </a:solidFill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900" b="1">
                        <a:solidFill>
                          <a:srgbClr val="0240CA"/>
                        </a:solidFill>
                      </a:rPr>
                      <a:t>SC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23B0-4484-8AB3-2FA5BF4A258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Sheet1!$A$29:$A$29</c:f>
              <c:numCache>
                <c:formatCode>General</c:formatCode>
                <c:ptCount val="1"/>
                <c:pt idx="0">
                  <c:v>49.97</c:v>
                </c:pt>
              </c:numCache>
            </c:numRef>
          </c:xVal>
          <c:yVal>
            <c:numRef>
              <c:f>Sheet1!$B$29:$B$29</c:f>
              <c:numCache>
                <c:formatCode>General</c:formatCode>
                <c:ptCount val="1"/>
                <c:pt idx="0">
                  <c:v>64.763000000000005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23B0-4484-8AB3-2FA5BF4A258A}"/>
            </c:ext>
          </c:extLst>
        </c:ser>
        <c:ser>
          <c:idx val="2"/>
          <c:order val="2"/>
          <c:tx>
            <c:strRef>
              <c:f>Sheet1!$B$31</c:f>
              <c:strCache>
                <c:ptCount val="1"/>
                <c:pt idx="0">
                  <c:v>Tendência linear</c:v>
                </c:pt>
              </c:strCache>
            </c:strRef>
          </c:tx>
          <c:spPr>
            <a:ln w="19050">
              <a:solidFill>
                <a:srgbClr val="7F9BE6"/>
              </a:solidFill>
              <a:prstDash val="dash"/>
            </a:ln>
          </c:spPr>
          <c:marker>
            <c:symbol val="none"/>
          </c:marker>
          <c:xVal>
            <c:numRef>
              <c:f>Sheet1!$A$32:$A$33</c:f>
              <c:numCache>
                <c:formatCode>General</c:formatCode>
                <c:ptCount val="2"/>
                <c:pt idx="0">
                  <c:v>10</c:v>
                </c:pt>
                <c:pt idx="1">
                  <c:v>65</c:v>
                </c:pt>
              </c:numCache>
            </c:numRef>
          </c:xVal>
          <c:yVal>
            <c:numRef>
              <c:f>Sheet1!$B$32:$B$33</c:f>
              <c:numCache>
                <c:formatCode>General</c:formatCode>
                <c:ptCount val="2"/>
                <c:pt idx="0">
                  <c:v>20.955448576471028</c:v>
                </c:pt>
                <c:pt idx="1">
                  <c:v>72.982271397272228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F-23B0-4484-8AB3-2FA5BF4A25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70"/>
          <c:min val="0"/>
        </c:scaling>
        <c:delete val="0"/>
        <c:axPos val="b"/>
        <c:numFmt formatCode="#,##0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out"/>
        <c:minorTickMark val="none"/>
        <c:tickLblPos val="nextTo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800"/>
            </a:pPr>
            <a:endParaRPr lang="pt-BR"/>
          </a:p>
        </c:txPr>
        <c:crossAx val="-2128940872"/>
        <c:crosses val="autoZero"/>
        <c:crossBetween val="midCat"/>
      </c:valAx>
    </c:plotArea>
    <c:legend>
      <c:legendPos val="b"/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P&amp;D</c:v>
                </c:pt>
              </c:strCache>
            </c:strRef>
          </c:tx>
          <c:spPr>
            <a:solidFill>
              <a:srgbClr val="0240C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1-7868-4750-B5F7-C67F64725AE2}"/>
              </c:ext>
            </c:extLst>
          </c:dPt>
          <c:dPt>
            <c:idx val="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3-7868-4750-B5F7-C67F64725AE2}"/>
              </c:ext>
            </c:extLst>
          </c:dPt>
          <c:dPt>
            <c:idx val="2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5-7868-4750-B5F7-C67F64725AE2}"/>
              </c:ext>
            </c:extLst>
          </c:dPt>
          <c:dPt>
            <c:idx val="3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7-7868-4750-B5F7-C67F64725AE2}"/>
              </c:ext>
            </c:extLst>
          </c:dPt>
          <c:dPt>
            <c:idx val="4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9-7868-4750-B5F7-C67F64725AE2}"/>
              </c:ext>
            </c:extLst>
          </c:dPt>
          <c:dPt>
            <c:idx val="5"/>
            <c:invertIfNegative val="1"/>
            <c:bubble3D val="0"/>
            <c:spPr>
              <a:solidFill>
                <a:srgbClr val="7F9BE6"/>
              </a:solidFill>
            </c:spPr>
            <c:extLst>
              <c:ext xmlns:c16="http://schemas.microsoft.com/office/drawing/2014/chart" uri="{C3380CC4-5D6E-409C-BE32-E72D297353CC}">
                <c16:uniqueId val="{0000000B-7868-4750-B5F7-C67F64725AE2}"/>
              </c:ext>
            </c:extLst>
          </c:dPt>
          <c:dPt>
            <c:idx val="6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D-7868-4750-B5F7-C67F64725AE2}"/>
              </c:ext>
            </c:extLst>
          </c:dPt>
          <c:dPt>
            <c:idx val="7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0F-7868-4750-B5F7-C67F64725AE2}"/>
              </c:ext>
            </c:extLst>
          </c:dPt>
          <c:dPt>
            <c:idx val="8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1-7868-4750-B5F7-C67F64725AE2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7868-4750-B5F7-C67F64725AE2}"/>
              </c:ext>
            </c:extLst>
          </c:dPt>
          <c:dPt>
            <c:idx val="10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5-7868-4750-B5F7-C67F64725AE2}"/>
              </c:ext>
            </c:extLst>
          </c:dPt>
          <c:dPt>
            <c:idx val="11"/>
            <c:invertIfNegative val="1"/>
            <c:bubble3D val="0"/>
            <c:spPr>
              <a:solidFill>
                <a:srgbClr val="B9BEC8"/>
              </a:solidFill>
            </c:spPr>
            <c:extLst>
              <c:ext xmlns:c16="http://schemas.microsoft.com/office/drawing/2014/chart" uri="{C3380CC4-5D6E-409C-BE32-E72D297353CC}">
                <c16:uniqueId val="{00000017-7868-4750-B5F7-C67F64725AE2}"/>
              </c:ext>
            </c:extLst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68-4750-B5F7-C67F64725AE2}"/>
                </c:ext>
              </c:extLst>
            </c:dLbl>
            <c:dLbl>
              <c:idx val="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68-4750-B5F7-C67F64725AE2}"/>
                </c:ext>
              </c:extLst>
            </c:dLbl>
            <c:dLbl>
              <c:idx val="2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68-4750-B5F7-C67F64725AE2}"/>
                </c:ext>
              </c:extLst>
            </c:dLbl>
            <c:dLbl>
              <c:idx val="3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68-4750-B5F7-C67F64725AE2}"/>
                </c:ext>
              </c:extLst>
            </c:dLbl>
            <c:dLbl>
              <c:idx val="4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868-4750-B5F7-C67F64725AE2}"/>
                </c:ext>
              </c:extLst>
            </c:dLbl>
            <c:dLbl>
              <c:idx val="5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868-4750-B5F7-C67F64725AE2}"/>
                </c:ext>
              </c:extLst>
            </c:dLbl>
            <c:dLbl>
              <c:idx val="6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868-4750-B5F7-C67F64725AE2}"/>
                </c:ext>
              </c:extLst>
            </c:dLbl>
            <c:dLbl>
              <c:idx val="7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868-4750-B5F7-C67F64725AE2}"/>
                </c:ext>
              </c:extLst>
            </c:dLbl>
            <c:dLbl>
              <c:idx val="8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868-4750-B5F7-C67F64725AE2}"/>
                </c:ext>
              </c:extLst>
            </c:dLbl>
            <c:dLbl>
              <c:idx val="9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240CA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868-4750-B5F7-C67F64725AE2}"/>
                </c:ext>
              </c:extLst>
            </c:dLbl>
            <c:dLbl>
              <c:idx val="10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7868-4750-B5F7-C67F64725AE2}"/>
                </c:ext>
              </c:extLst>
            </c:dLbl>
            <c:dLbl>
              <c:idx val="11"/>
              <c:spPr/>
              <c:txPr>
                <a:bodyPr/>
                <a:lstStyle/>
                <a:p>
                  <a:pPr>
                    <a:defRPr sz="800" b="0">
                      <a:solidFill>
                        <a:srgbClr val="1E1E29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7868-4750-B5F7-C67F64725AE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1">
                    <a:solidFill>
                      <a:srgbClr val="0240CA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Coreia do Sul</c:v>
                </c:pt>
                <c:pt idx="1">
                  <c:v>EUA</c:v>
                </c:pt>
                <c:pt idx="2">
                  <c:v>Japão</c:v>
                </c:pt>
                <c:pt idx="3">
                  <c:v>Alemanha</c:v>
                </c:pt>
                <c:pt idx="4">
                  <c:v>OCDE</c:v>
                </c:pt>
                <c:pt idx="5">
                  <c:v>Mundo</c:v>
                </c:pt>
                <c:pt idx="6">
                  <c:v>China</c:v>
                </c:pt>
                <c:pt idx="7">
                  <c:v>Polônia</c:v>
                </c:pt>
                <c:pt idx="8">
                  <c:v>Turquia</c:v>
                </c:pt>
                <c:pt idx="9">
                  <c:v>Brasil</c:v>
                </c:pt>
                <c:pt idx="10">
                  <c:v>Chile</c:v>
                </c:pt>
                <c:pt idx="11">
                  <c:v>México</c:v>
                </c:pt>
              </c:strCache>
            </c:strRef>
          </c:cat>
          <c:val>
            <c:numRef>
              <c:f>Sheet1!$B$2:$B$13</c:f>
              <c:numCache>
                <c:formatCode>0.00</c:formatCode>
                <c:ptCount val="12"/>
                <c:pt idx="0">
                  <c:v>4.9400000000000004</c:v>
                </c:pt>
                <c:pt idx="1">
                  <c:v>3.45</c:v>
                </c:pt>
                <c:pt idx="2">
                  <c:v>3.44</c:v>
                </c:pt>
                <c:pt idx="3">
                  <c:v>3.15</c:v>
                </c:pt>
                <c:pt idx="4">
                  <c:v>2.93</c:v>
                </c:pt>
                <c:pt idx="5">
                  <c:v>2.6</c:v>
                </c:pt>
                <c:pt idx="6">
                  <c:v>2.58</c:v>
                </c:pt>
                <c:pt idx="7">
                  <c:v>1.56</c:v>
                </c:pt>
                <c:pt idx="8">
                  <c:v>1.42</c:v>
                </c:pt>
                <c:pt idx="9">
                  <c:v>1.19</c:v>
                </c:pt>
                <c:pt idx="10">
                  <c:v>0.39</c:v>
                </c:pt>
                <c:pt idx="1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7868-4750-B5F7-C67F64725A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E4E7EC"/>
            </a:solidFill>
          </a:ln>
        </c:spPr>
        <c:txPr>
          <a:bodyPr/>
          <a:lstStyle/>
          <a:p>
            <a:pPr>
              <a:defRPr sz="750"/>
            </a:pPr>
            <a:endParaRPr lang="pt-BR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800">
          <a:solidFill>
            <a:srgbClr val="1E1E29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74744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42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478177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lang="pt-BR"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lang="pt-BR"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lang="pt-BR"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lang="pt-BR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lang="pt-BR"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lang="pt-BR"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lang="pt-BR"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lang="pt-BR"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lang="pt-BR"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lang="pt-BR"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lang="pt-BR"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lang="pt-BR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lang="pt-BR"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lang="pt-BR"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lang="pt-BR"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lang="pt-BR"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lang="pt-BR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2309132" y="1639402"/>
            <a:ext cx="2041200" cy="2823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>
            <a:spLocks noGrp="1"/>
          </p:cNvSpPr>
          <p:nvPr>
            <p:ph type="pic" idx="2"/>
          </p:nvPr>
        </p:nvSpPr>
        <p:spPr>
          <a:xfrm>
            <a:off x="2447926" y="2000251"/>
            <a:ext cx="19854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" name="Google Shape;54;p14"/>
          <p:cNvSpPr>
            <a:spLocks noGrp="1"/>
          </p:cNvSpPr>
          <p:nvPr>
            <p:ph type="pic" idx="3"/>
          </p:nvPr>
        </p:nvSpPr>
        <p:spPr>
          <a:xfrm>
            <a:off x="7349002" y="3570705"/>
            <a:ext cx="1329600" cy="1093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" name="Google Shape;55;p14"/>
          <p:cNvSpPr>
            <a:spLocks noGrp="1"/>
          </p:cNvSpPr>
          <p:nvPr>
            <p:ph type="pic" idx="4"/>
          </p:nvPr>
        </p:nvSpPr>
        <p:spPr>
          <a:xfrm>
            <a:off x="3091475" y="964100"/>
            <a:ext cx="1341900" cy="931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" name="Google Shape;56;p14"/>
          <p:cNvSpPr>
            <a:spLocks noGrp="1"/>
          </p:cNvSpPr>
          <p:nvPr>
            <p:ph type="pic" idx="5"/>
          </p:nvPr>
        </p:nvSpPr>
        <p:spPr>
          <a:xfrm>
            <a:off x="4567852" y="964101"/>
            <a:ext cx="4110600" cy="25221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" name="Google Shape;57;p14"/>
          <p:cNvSpPr>
            <a:spLocks noGrp="1"/>
          </p:cNvSpPr>
          <p:nvPr>
            <p:ph type="pic" idx="6"/>
          </p:nvPr>
        </p:nvSpPr>
        <p:spPr>
          <a:xfrm>
            <a:off x="465501" y="2000251"/>
            <a:ext cx="1847700" cy="266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6548060" y="895554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p15"/>
          <p:cNvSpPr>
            <a:spLocks noGrp="1"/>
          </p:cNvSpPr>
          <p:nvPr>
            <p:ph type="pic" idx="3"/>
          </p:nvPr>
        </p:nvSpPr>
        <p:spPr>
          <a:xfrm>
            <a:off x="4636699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0" y="1063768"/>
            <a:ext cx="41406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>
            <a:spLocks noGrp="1"/>
          </p:cNvSpPr>
          <p:nvPr>
            <p:ph type="pic" idx="2"/>
          </p:nvPr>
        </p:nvSpPr>
        <p:spPr>
          <a:xfrm>
            <a:off x="4644498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7" name="Google Shape;67;p17"/>
          <p:cNvSpPr>
            <a:spLocks noGrp="1"/>
          </p:cNvSpPr>
          <p:nvPr>
            <p:ph type="pic" idx="3"/>
          </p:nvPr>
        </p:nvSpPr>
        <p:spPr>
          <a:xfrm>
            <a:off x="6579720" y="2465652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>
            <a:spLocks noGrp="1"/>
          </p:cNvSpPr>
          <p:nvPr>
            <p:ph type="pic" idx="2"/>
          </p:nvPr>
        </p:nvSpPr>
        <p:spPr>
          <a:xfrm>
            <a:off x="2219067" y="991241"/>
            <a:ext cx="1782300" cy="31611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" name="Google Shape;71;p18"/>
          <p:cNvSpPr>
            <a:spLocks noGrp="1"/>
          </p:cNvSpPr>
          <p:nvPr>
            <p:ph type="pic" idx="3"/>
          </p:nvPr>
        </p:nvSpPr>
        <p:spPr>
          <a:xfrm>
            <a:off x="4135034" y="2369965"/>
            <a:ext cx="1782300" cy="1782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>
            <a:spLocks noGrp="1"/>
          </p:cNvSpPr>
          <p:nvPr>
            <p:ph type="pic" idx="2"/>
          </p:nvPr>
        </p:nvSpPr>
        <p:spPr>
          <a:xfrm>
            <a:off x="3680852" y="2406770"/>
            <a:ext cx="1782300" cy="1848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Slide">
  <p:cSld name="7_Title Slide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>
            <a:spLocks noGrp="1"/>
          </p:cNvSpPr>
          <p:nvPr>
            <p:ph type="pic" idx="2"/>
          </p:nvPr>
        </p:nvSpPr>
        <p:spPr>
          <a:xfrm>
            <a:off x="3680852" y="1092320"/>
            <a:ext cx="1782300" cy="16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8" name="Google Shape;78;p20"/>
          <p:cNvSpPr>
            <a:spLocks noGrp="1"/>
          </p:cNvSpPr>
          <p:nvPr>
            <p:ph type="pic" idx="3"/>
          </p:nvPr>
        </p:nvSpPr>
        <p:spPr>
          <a:xfrm>
            <a:off x="1314451" y="2900363"/>
            <a:ext cx="4148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Title Slide">
  <p:cSld name="8_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>
            <a:spLocks noGrp="1"/>
          </p:cNvSpPr>
          <p:nvPr>
            <p:ph type="pic" idx="2"/>
          </p:nvPr>
        </p:nvSpPr>
        <p:spPr>
          <a:xfrm>
            <a:off x="835685" y="1037057"/>
            <a:ext cx="33438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2" name="Google Shape;82;p21"/>
          <p:cNvSpPr>
            <a:spLocks noGrp="1"/>
          </p:cNvSpPr>
          <p:nvPr>
            <p:ph type="pic" idx="3"/>
          </p:nvPr>
        </p:nvSpPr>
        <p:spPr>
          <a:xfrm>
            <a:off x="4698218" y="2813990"/>
            <a:ext cx="4445700" cy="1443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itle Slide">
  <p:cSld name="9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>
            <a:spLocks noGrp="1"/>
          </p:cNvSpPr>
          <p:nvPr>
            <p:ph type="pic" idx="2"/>
          </p:nvPr>
        </p:nvSpPr>
        <p:spPr>
          <a:xfrm>
            <a:off x="921162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8" name="Google Shape;88;p23"/>
          <p:cNvSpPr>
            <a:spLocks noGrp="1"/>
          </p:cNvSpPr>
          <p:nvPr>
            <p:ph type="pic" idx="3"/>
          </p:nvPr>
        </p:nvSpPr>
        <p:spPr>
          <a:xfrm>
            <a:off x="3779980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9" name="Google Shape;89;p23"/>
          <p:cNvSpPr>
            <a:spLocks noGrp="1"/>
          </p:cNvSpPr>
          <p:nvPr>
            <p:ph type="pic" idx="4"/>
          </p:nvPr>
        </p:nvSpPr>
        <p:spPr>
          <a:xfrm>
            <a:off x="6638798" y="1894594"/>
            <a:ext cx="1584000" cy="16434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>
            <a:spLocks noGrp="1"/>
          </p:cNvSpPr>
          <p:nvPr>
            <p:ph type="pic" idx="2"/>
          </p:nvPr>
        </p:nvSpPr>
        <p:spPr>
          <a:xfrm>
            <a:off x="3242072" y="1091803"/>
            <a:ext cx="2251500" cy="30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3" name="Google Shape;93;p24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itle Slide">
  <p:cSld name="11_Title Slid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>
            <a:spLocks noGrp="1"/>
          </p:cNvSpPr>
          <p:nvPr>
            <p:ph type="pic" idx="2"/>
          </p:nvPr>
        </p:nvSpPr>
        <p:spPr>
          <a:xfrm>
            <a:off x="2637389" y="1165277"/>
            <a:ext cx="2082600" cy="30636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6" name="Google Shape;96;p25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itle Slide">
  <p:cSld name="12_Title Slid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>
            <a:spLocks noGrp="1"/>
          </p:cNvSpPr>
          <p:nvPr>
            <p:ph type="pic" idx="2"/>
          </p:nvPr>
        </p:nvSpPr>
        <p:spPr>
          <a:xfrm>
            <a:off x="5259765" y="148952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3"/>
          </p:nvPr>
        </p:nvSpPr>
        <p:spPr>
          <a:xfrm>
            <a:off x="6456255" y="963332"/>
            <a:ext cx="1653900" cy="2993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Google Shape;100;p26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itle Slide">
  <p:cSld name="13_Title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>
            <a:spLocks noGrp="1"/>
          </p:cNvSpPr>
          <p:nvPr>
            <p:ph type="pic" idx="2"/>
          </p:nvPr>
        </p:nvSpPr>
        <p:spPr>
          <a:xfrm>
            <a:off x="823543" y="977244"/>
            <a:ext cx="3420600" cy="3189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3" name="Google Shape;103;p27"/>
          <p:cNvSpPr txBox="1">
            <a:spLocks noGrp="1"/>
          </p:cNvSpPr>
          <p:nvPr>
            <p:ph type="sldNum" idx="12"/>
          </p:nvPr>
        </p:nvSpPr>
        <p:spPr>
          <a:xfrm>
            <a:off x="8556788" y="4749844"/>
            <a:ext cx="5874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buNone/>
              <a:defRPr lang="pt-BR"/>
            </a:lvl1pPr>
            <a:lvl2pPr lvl="1">
              <a:buNone/>
              <a:defRPr lang="pt-BR"/>
            </a:lvl2pPr>
            <a:lvl3pPr lvl="2">
              <a:buNone/>
              <a:defRPr lang="pt-BR"/>
            </a:lvl3pPr>
            <a:lvl4pPr lvl="3">
              <a:buNone/>
              <a:defRPr lang="pt-BR"/>
            </a:lvl4pPr>
            <a:lvl5pPr lvl="4">
              <a:buNone/>
              <a:defRPr lang="pt-BR"/>
            </a:lvl5pPr>
            <a:lvl6pPr lvl="5">
              <a:buNone/>
              <a:defRPr lang="pt-BR"/>
            </a:lvl6pPr>
            <a:lvl7pPr lvl="6">
              <a:buNone/>
              <a:defRPr lang="pt-BR"/>
            </a:lvl7pPr>
            <a:lvl8pPr lvl="7">
              <a:buNone/>
              <a:defRPr lang="pt-BR"/>
            </a:lvl8pPr>
            <a:lvl9pPr lvl="8">
              <a:buNone/>
              <a:defRPr lang="pt-BR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ranco">
  <p:cSld name="Branco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lang="pt-BR"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lang="pt-BR"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lang="pt-BR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lang="pt-BR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lang="pt-BR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lang="pt-BR" sz="1000">
                <a:solidFill>
                  <a:schemeClr val="dk2"/>
                </a:solidFill>
              </a:defRPr>
            </a:lvl1pPr>
            <a:lvl2pPr lvl="1" algn="r">
              <a:buNone/>
              <a:defRPr lang="pt-BR" sz="1000">
                <a:solidFill>
                  <a:schemeClr val="dk2"/>
                </a:solidFill>
              </a:defRPr>
            </a:lvl2pPr>
            <a:lvl3pPr lvl="2" algn="r">
              <a:buNone/>
              <a:defRPr lang="pt-BR" sz="1000">
                <a:solidFill>
                  <a:schemeClr val="dk2"/>
                </a:solidFill>
              </a:defRPr>
            </a:lvl3pPr>
            <a:lvl4pPr lvl="3" algn="r">
              <a:buNone/>
              <a:defRPr lang="pt-BR" sz="1000">
                <a:solidFill>
                  <a:schemeClr val="dk2"/>
                </a:solidFill>
              </a:defRPr>
            </a:lvl4pPr>
            <a:lvl5pPr lvl="4" algn="r">
              <a:buNone/>
              <a:defRPr lang="pt-BR" sz="1000">
                <a:solidFill>
                  <a:schemeClr val="dk2"/>
                </a:solidFill>
              </a:defRPr>
            </a:lvl5pPr>
            <a:lvl6pPr lvl="5" algn="r">
              <a:buNone/>
              <a:defRPr lang="pt-BR" sz="1000">
                <a:solidFill>
                  <a:schemeClr val="dk2"/>
                </a:solidFill>
              </a:defRPr>
            </a:lvl6pPr>
            <a:lvl7pPr lvl="6" algn="r">
              <a:buNone/>
              <a:defRPr lang="pt-BR" sz="1000">
                <a:solidFill>
                  <a:schemeClr val="dk2"/>
                </a:solidFill>
              </a:defRPr>
            </a:lvl7pPr>
            <a:lvl8pPr lvl="7" algn="r">
              <a:buNone/>
              <a:defRPr lang="pt-BR" sz="1000">
                <a:solidFill>
                  <a:schemeClr val="dk2"/>
                </a:solidFill>
              </a:defRPr>
            </a:lvl8pPr>
            <a:lvl9pPr lvl="8" algn="r">
              <a:buNone/>
              <a:defRPr lang="pt-BR"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lang="pt-BR"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chart" Target="../charts/chart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chart" Target="../charts/char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1" name="Google Shape;121;p30"/>
          <p:cNvCxnSpPr/>
          <p:nvPr/>
        </p:nvCxnSpPr>
        <p:spPr>
          <a:xfrm>
            <a:off x="462800" y="2633250"/>
            <a:ext cx="3030000" cy="0"/>
          </a:xfrm>
          <a:prstGeom prst="straightConnector1">
            <a:avLst/>
          </a:prstGeom>
          <a:noFill/>
          <a:ln w="19050" cap="flat" cmpd="sng">
            <a:solidFill>
              <a:srgbClr val="0077F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capa_titulo"/>
          <p:cNvSpPr txBox="1"/>
          <p:nvPr/>
        </p:nvSpPr>
        <p:spPr>
          <a:xfrm>
            <a:off x="361950" y="1956150"/>
            <a:ext cx="8328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Pós-eleição: temas econômicos</a:t>
            </a:r>
          </a:p>
        </p:txBody>
      </p:sp>
      <p:sp>
        <p:nvSpPr>
          <p:cNvPr id="127" name="capa_subtitulo"/>
          <p:cNvSpPr txBox="1"/>
          <p:nvPr/>
        </p:nvSpPr>
        <p:spPr>
          <a:xfrm>
            <a:off x="361950" y="2633250"/>
            <a:ext cx="832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 que observar na economia e na indústria em 2027</a:t>
            </a:r>
          </a:p>
        </p:txBody>
      </p:sp>
      <p:sp>
        <p:nvSpPr>
          <p:cNvPr id="128" name="capa_data"/>
          <p:cNvSpPr txBox="1"/>
          <p:nvPr/>
        </p:nvSpPr>
        <p:spPr>
          <a:xfrm>
            <a:off x="361950" y="453900"/>
            <a:ext cx="571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Outubro de 2026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89C78D4-B3D1-D4D2-1CA7-3657A731818F}"/>
              </a:ext>
            </a:extLst>
          </p:cNvPr>
          <p:cNvGrpSpPr/>
          <p:nvPr/>
        </p:nvGrpSpPr>
        <p:grpSpPr>
          <a:xfrm>
            <a:off x="453900" y="4408949"/>
            <a:ext cx="2478801" cy="371337"/>
            <a:chOff x="453900" y="4408949"/>
            <a:chExt cx="2478801" cy="371337"/>
          </a:xfrm>
        </p:grpSpPr>
        <p:pic>
          <p:nvPicPr>
            <p:cNvPr id="3" name="Google Shape;111;p29" title="Logo_Observatório_Branco.png">
              <a:extLst>
                <a:ext uri="{FF2B5EF4-FFF2-40B4-BE49-F238E27FC236}">
                  <a16:creationId xmlns:a16="http://schemas.microsoft.com/office/drawing/2014/main" id="{D7968178-827A-1032-3DE7-66EDD0B638E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EB7D17F9-5BAF-A38A-E8E3-A1B7F107843E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5" name="Imagem 4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9024F68-A93A-F0AE-F6C8-844E788429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6" name="Imagem 5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9C7D26FE-DD30-000C-EBD5-0665747ADA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Roteiro da apresentação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1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279400" cap="flat">
            <a:solidFill>
              <a:srgbClr val="B9BEC8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2633472"/>
            <a:ext cx="9144000" cy="768096"/>
          </a:xfrm>
          <a:custGeom>
            <a:avLst/>
            <a:gdLst/>
            <a:ahLst/>
            <a:cxnLst/>
            <a:rect l="l" t="t" r="r" b="b"/>
            <a:pathLst>
              <a:path w="9144000" h="768096">
                <a:moveTo>
                  <a:pt x="0" y="621450"/>
                </a:moveTo>
                <a:lnTo>
                  <a:pt x="91440" y="685930"/>
                </a:lnTo>
                <a:lnTo>
                  <a:pt x="182880" y="733390"/>
                </a:lnTo>
                <a:lnTo>
                  <a:pt x="274320" y="761155"/>
                </a:lnTo>
                <a:lnTo>
                  <a:pt x="365760" y="767661"/>
                </a:lnTo>
                <a:lnTo>
                  <a:pt x="457200" y="752539"/>
                </a:lnTo>
                <a:lnTo>
                  <a:pt x="548640" y="716643"/>
                </a:lnTo>
                <a:lnTo>
                  <a:pt x="640080" y="661996"/>
                </a:lnTo>
                <a:lnTo>
                  <a:pt x="731520" y="591680"/>
                </a:lnTo>
                <a:lnTo>
                  <a:pt x="822959" y="509657"/>
                </a:lnTo>
                <a:lnTo>
                  <a:pt x="914400" y="420554"/>
                </a:lnTo>
                <a:lnTo>
                  <a:pt x="1005840" y="329392"/>
                </a:lnTo>
                <a:lnTo>
                  <a:pt x="1097280" y="241311"/>
                </a:lnTo>
                <a:lnTo>
                  <a:pt x="1188720" y="161278"/>
                </a:lnTo>
                <a:lnTo>
                  <a:pt x="1280160" y="93803"/>
                </a:lnTo>
                <a:lnTo>
                  <a:pt x="1371600" y="42692"/>
                </a:lnTo>
                <a:lnTo>
                  <a:pt x="1463040" y="10825"/>
                </a:lnTo>
                <a:lnTo>
                  <a:pt x="1554480" y="0"/>
                </a:lnTo>
                <a:lnTo>
                  <a:pt x="1645919" y="10825"/>
                </a:lnTo>
                <a:lnTo>
                  <a:pt x="1737360" y="42692"/>
                </a:lnTo>
                <a:lnTo>
                  <a:pt x="1828800" y="93803"/>
                </a:lnTo>
                <a:lnTo>
                  <a:pt x="1920240" y="161278"/>
                </a:lnTo>
                <a:lnTo>
                  <a:pt x="2011680" y="241311"/>
                </a:lnTo>
                <a:lnTo>
                  <a:pt x="2103120" y="329392"/>
                </a:lnTo>
                <a:lnTo>
                  <a:pt x="2194560" y="420554"/>
                </a:lnTo>
                <a:lnTo>
                  <a:pt x="2286000" y="509657"/>
                </a:lnTo>
                <a:lnTo>
                  <a:pt x="2377440" y="591680"/>
                </a:lnTo>
                <a:lnTo>
                  <a:pt x="2468880" y="661996"/>
                </a:lnTo>
                <a:lnTo>
                  <a:pt x="2560320" y="716643"/>
                </a:lnTo>
                <a:lnTo>
                  <a:pt x="2651760" y="752539"/>
                </a:lnTo>
                <a:lnTo>
                  <a:pt x="2743200" y="767661"/>
                </a:lnTo>
                <a:lnTo>
                  <a:pt x="2834640" y="761155"/>
                </a:lnTo>
                <a:lnTo>
                  <a:pt x="2926080" y="733390"/>
                </a:lnTo>
                <a:lnTo>
                  <a:pt x="3017520" y="685930"/>
                </a:lnTo>
                <a:lnTo>
                  <a:pt x="3108960" y="621450"/>
                </a:lnTo>
                <a:lnTo>
                  <a:pt x="3200400" y="543587"/>
                </a:lnTo>
                <a:lnTo>
                  <a:pt x="3291839" y="456729"/>
                </a:lnTo>
                <a:lnTo>
                  <a:pt x="3383280" y="365774"/>
                </a:lnTo>
                <a:lnTo>
                  <a:pt x="3474720" y="275849"/>
                </a:lnTo>
                <a:lnTo>
                  <a:pt x="3566160" y="192024"/>
                </a:lnTo>
                <a:lnTo>
                  <a:pt x="3657600" y="119024"/>
                </a:lnTo>
                <a:lnTo>
                  <a:pt x="3749039" y="60966"/>
                </a:lnTo>
                <a:lnTo>
                  <a:pt x="3840480" y="21122"/>
                </a:lnTo>
                <a:lnTo>
                  <a:pt x="3931920" y="1738"/>
                </a:lnTo>
                <a:lnTo>
                  <a:pt x="4023360" y="3909"/>
                </a:lnTo>
                <a:lnTo>
                  <a:pt x="4114800" y="27510"/>
                </a:lnTo>
                <a:lnTo>
                  <a:pt x="4206240" y="71211"/>
                </a:lnTo>
                <a:lnTo>
                  <a:pt x="4297679" y="132550"/>
                </a:lnTo>
                <a:lnTo>
                  <a:pt x="4389120" y="208067"/>
                </a:lnTo>
                <a:lnTo>
                  <a:pt x="4480560" y="293505"/>
                </a:lnTo>
                <a:lnTo>
                  <a:pt x="4572000" y="384048"/>
                </a:lnTo>
                <a:lnTo>
                  <a:pt x="4663440" y="474590"/>
                </a:lnTo>
                <a:lnTo>
                  <a:pt x="4754880" y="560028"/>
                </a:lnTo>
                <a:lnTo>
                  <a:pt x="4846320" y="635545"/>
                </a:lnTo>
                <a:lnTo>
                  <a:pt x="4937760" y="696884"/>
                </a:lnTo>
                <a:lnTo>
                  <a:pt x="5029200" y="740585"/>
                </a:lnTo>
                <a:lnTo>
                  <a:pt x="5120640" y="764186"/>
                </a:lnTo>
                <a:lnTo>
                  <a:pt x="5212079" y="766357"/>
                </a:lnTo>
                <a:lnTo>
                  <a:pt x="5303520" y="746973"/>
                </a:lnTo>
                <a:lnTo>
                  <a:pt x="5394959" y="707129"/>
                </a:lnTo>
                <a:lnTo>
                  <a:pt x="5486400" y="649071"/>
                </a:lnTo>
                <a:lnTo>
                  <a:pt x="5577840" y="576072"/>
                </a:lnTo>
                <a:lnTo>
                  <a:pt x="5669280" y="492246"/>
                </a:lnTo>
                <a:lnTo>
                  <a:pt x="5760720" y="402321"/>
                </a:lnTo>
                <a:lnTo>
                  <a:pt x="5852160" y="311366"/>
                </a:lnTo>
                <a:lnTo>
                  <a:pt x="5943600" y="224508"/>
                </a:lnTo>
                <a:lnTo>
                  <a:pt x="6035040" y="146645"/>
                </a:lnTo>
                <a:lnTo>
                  <a:pt x="6126480" y="82165"/>
                </a:lnTo>
                <a:lnTo>
                  <a:pt x="6217920" y="34705"/>
                </a:lnTo>
                <a:lnTo>
                  <a:pt x="6309359" y="6940"/>
                </a:lnTo>
                <a:lnTo>
                  <a:pt x="6400800" y="434"/>
                </a:lnTo>
                <a:lnTo>
                  <a:pt x="6492240" y="15556"/>
                </a:lnTo>
                <a:lnTo>
                  <a:pt x="6583679" y="51452"/>
                </a:lnTo>
                <a:lnTo>
                  <a:pt x="6675120" y="106099"/>
                </a:lnTo>
                <a:lnTo>
                  <a:pt x="6766560" y="176415"/>
                </a:lnTo>
                <a:lnTo>
                  <a:pt x="6858000" y="258438"/>
                </a:lnTo>
                <a:lnTo>
                  <a:pt x="6949440" y="347541"/>
                </a:lnTo>
                <a:lnTo>
                  <a:pt x="7040880" y="438703"/>
                </a:lnTo>
                <a:lnTo>
                  <a:pt x="7132320" y="526784"/>
                </a:lnTo>
                <a:lnTo>
                  <a:pt x="7223760" y="606817"/>
                </a:lnTo>
                <a:lnTo>
                  <a:pt x="7315200" y="674292"/>
                </a:lnTo>
                <a:lnTo>
                  <a:pt x="7406640" y="725403"/>
                </a:lnTo>
                <a:lnTo>
                  <a:pt x="7498079" y="757270"/>
                </a:lnTo>
                <a:lnTo>
                  <a:pt x="7589519" y="768096"/>
                </a:lnTo>
                <a:lnTo>
                  <a:pt x="7680960" y="768096"/>
                </a:lnTo>
                <a:lnTo>
                  <a:pt x="7772400" y="768096"/>
                </a:lnTo>
                <a:lnTo>
                  <a:pt x="7863840" y="768096"/>
                </a:lnTo>
                <a:lnTo>
                  <a:pt x="7955279" y="768096"/>
                </a:lnTo>
                <a:lnTo>
                  <a:pt x="8046720" y="768096"/>
                </a:lnTo>
                <a:lnTo>
                  <a:pt x="8138160" y="768096"/>
                </a:lnTo>
                <a:lnTo>
                  <a:pt x="8229600" y="768096"/>
                </a:lnTo>
                <a:lnTo>
                  <a:pt x="8321040" y="768096"/>
                </a:lnTo>
                <a:lnTo>
                  <a:pt x="8412480" y="768096"/>
                </a:lnTo>
                <a:lnTo>
                  <a:pt x="8503920" y="768096"/>
                </a:lnTo>
                <a:lnTo>
                  <a:pt x="8595359" y="768096"/>
                </a:lnTo>
                <a:lnTo>
                  <a:pt x="8686800" y="768096"/>
                </a:lnTo>
                <a:lnTo>
                  <a:pt x="8778240" y="768096"/>
                </a:lnTo>
                <a:lnTo>
                  <a:pt x="8869680" y="768096"/>
                </a:lnTo>
                <a:lnTo>
                  <a:pt x="8961120" y="768096"/>
                </a:lnTo>
                <a:lnTo>
                  <a:pt x="9052560" y="768096"/>
                </a:lnTo>
                <a:lnTo>
                  <a:pt x="9144000" y="768096"/>
                </a:lnTo>
              </a:path>
            </a:pathLst>
          </a:custGeom>
          <a:noFill/>
          <a:ln w="19050" cap="flat">
            <a:solidFill>
              <a:srgbClr val="FFFFFF"/>
            </a:solidFill>
            <a:prstDash val="dash"/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marco_01"/>
          <p:cNvSpPr/>
          <p:nvPr/>
        </p:nvSpPr>
        <p:spPr>
          <a:xfrm>
            <a:off x="1316736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339" name="etapa_01"/>
          <p:cNvSpPr txBox="1"/>
          <p:nvPr/>
        </p:nvSpPr>
        <p:spPr>
          <a:xfrm>
            <a:off x="388620" y="1325880"/>
            <a:ext cx="2331720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Cenário externo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Crescimento mundial, risco geopolítico, petróleo, câmbio e comércio exterior de SC</a:t>
            </a:r>
          </a:p>
        </p:txBody>
      </p:sp>
      <p:sp>
        <p:nvSpPr>
          <p:cNvPr id="340" name="marco_02"/>
          <p:cNvSpPr/>
          <p:nvPr/>
        </p:nvSpPr>
        <p:spPr>
          <a:xfrm>
            <a:off x="2523744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341" name="etapa_02"/>
          <p:cNvSpPr txBox="1"/>
          <p:nvPr/>
        </p:nvSpPr>
        <p:spPr>
          <a:xfrm>
            <a:off x="1595628" y="3749039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Atividade, indústria e emprego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PIB, produção industrial, Santa Catarina e mercado de trabalho</a:t>
            </a:r>
          </a:p>
        </p:txBody>
      </p:sp>
      <p:sp>
        <p:nvSpPr>
          <p:cNvPr id="342" name="marco_03"/>
          <p:cNvSpPr/>
          <p:nvPr/>
        </p:nvSpPr>
        <p:spPr>
          <a:xfrm>
            <a:off x="3730752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343" name="etapa_03"/>
          <p:cNvSpPr txBox="1"/>
          <p:nvPr/>
        </p:nvSpPr>
        <p:spPr>
          <a:xfrm>
            <a:off x="2802636" y="1325880"/>
            <a:ext cx="2331720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Inflação, juros e consumo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Política monetária, juro real, endividamento e consumo das famílias</a:t>
            </a:r>
          </a:p>
        </p:txBody>
      </p:sp>
      <p:sp>
        <p:nvSpPr>
          <p:cNvPr id="344" name="marco_04"/>
          <p:cNvSpPr/>
          <p:nvPr/>
        </p:nvSpPr>
        <p:spPr>
          <a:xfrm>
            <a:off x="4937760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345" name="etapa_04"/>
          <p:cNvSpPr txBox="1"/>
          <p:nvPr/>
        </p:nvSpPr>
        <p:spPr>
          <a:xfrm>
            <a:off x="4009644" y="3749039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Contas públicas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Resultado primário de 2027 e trajetória da dívida</a:t>
            </a:r>
          </a:p>
        </p:txBody>
      </p:sp>
      <p:sp>
        <p:nvSpPr>
          <p:cNvPr id="346" name="marco_05"/>
          <p:cNvSpPr/>
          <p:nvPr/>
        </p:nvSpPr>
        <p:spPr>
          <a:xfrm>
            <a:off x="6144768" y="2395728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347" name="etapa_05"/>
          <p:cNvSpPr txBox="1"/>
          <p:nvPr/>
        </p:nvSpPr>
        <p:spPr>
          <a:xfrm>
            <a:off x="5216652" y="1325880"/>
            <a:ext cx="2331720" cy="960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Longo prazo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Demografia, produtividade, investimento, indústria, formação e inovação</a:t>
            </a:r>
          </a:p>
        </p:txBody>
      </p:sp>
      <p:sp>
        <p:nvSpPr>
          <p:cNvPr id="348" name="marco_06"/>
          <p:cNvSpPr/>
          <p:nvPr/>
        </p:nvSpPr>
        <p:spPr>
          <a:xfrm>
            <a:off x="7351776" y="3163824"/>
            <a:ext cx="475488" cy="475488"/>
          </a:xfrm>
          <a:prstGeom prst="ellipse">
            <a:avLst/>
          </a:prstGeom>
          <a:solidFill>
            <a:srgbClr val="0240CA"/>
          </a:soli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349" name="etapa_06"/>
          <p:cNvSpPr txBox="1"/>
          <p:nvPr/>
        </p:nvSpPr>
        <p:spPr>
          <a:xfrm>
            <a:off x="6423660" y="3749039"/>
            <a:ext cx="23317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240CA"/>
                </a:solidFill>
                <a:latin typeface="Montserrat"/>
              </a:rPr>
              <a:t>Agenda 2027</a:t>
            </a:r>
          </a:p>
          <a:p>
            <a:pPr algn="ctr">
              <a:spcBef>
                <a:spcPts val="300"/>
              </a:spcBef>
            </a:pPr>
            <a:r>
              <a:rPr sz="1000" b="0">
                <a:solidFill>
                  <a:srgbClr val="1E1E29"/>
                </a:solidFill>
                <a:latin typeface="Montserrat"/>
              </a:rPr>
              <a:t>O que acompanhar, balanço de riscos e mensagens finais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Cenário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externo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5668194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Economia mundial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desacelera em 2026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Crescimento do PIB real (2025-2027*)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FMI projeta crescimento mundial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3,1%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após 3,5% em 2025, e retomada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3,4%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Choque de energia e juros globais mais altos explicam a perda de ritmo.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China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desacelera (4,5% e 4,0%) e a América Latina cresce perto de 2,3%. Para o Brasil, o Fundo projeta 2,2% e 1,9%.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comércio mundial deve crescer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3,5%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abaixo dos 5,0%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6576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Projeções do World Economic Outlook de outubro de 2026. Agregados ponderados por paridade do poder de compra.</a:t>
            </a:r>
          </a:p>
        </p:txBody>
      </p:sp>
    </p:spTree>
    <p:extLst>
      <p:ext uri="{BB962C8B-B14F-4D97-AF65-F5344CB8AC3E}">
        <p14:creationId xmlns:p14="http://schemas.microsoft.com/office/powerpoint/2010/main" val="265305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noProof="0" dirty="0">
                <a:solidFill>
                  <a:srgbClr val="0240CA"/>
                </a:solidFill>
                <a:latin typeface="Montserrat Medium"/>
              </a:rPr>
              <a:t>Risco geopolítico no maior nível em mais de 20 anos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Índice de risco geopolítico (</a:t>
            </a:r>
            <a:r>
              <a:rPr lang="pt-BR" sz="1150" noProof="0" dirty="0" err="1">
                <a:solidFill>
                  <a:srgbClr val="0240CA"/>
                </a:solidFill>
                <a:latin typeface="Montserrat SemiBold"/>
              </a:rPr>
              <a:t>jan</a:t>
            </a:r>
            <a:r>
              <a:rPr lang="pt-BR" sz="1150" noProof="0" dirty="0">
                <a:solidFill>
                  <a:srgbClr val="0240CA"/>
                </a:solidFill>
                <a:latin typeface="Montserrat SemiBold"/>
              </a:rPr>
              <a:t>/00-set/26)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noProof="0" dirty="0">
                <a:solidFill>
                  <a:srgbClr val="6B7280"/>
                </a:solidFill>
                <a:latin typeface="Montserrat"/>
              </a:rPr>
              <a:t>CALDARA E IACOVIELLO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Com o conflito no Oriente Médio, o índice chegou a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330 pontos em mar/26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o maior nível desde a Guerra do Iraque e acima do pico da invasão da Ucrânia (319).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A média de 2026 é de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188 pontos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quase o dobro da de 2000-2019 (105).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Mais risco geopolítico significa mais </a:t>
            </a:r>
            <a:r>
              <a:rPr lang="pt-BR" sz="1050" noProof="0" dirty="0">
                <a:solidFill>
                  <a:srgbClr val="0240CA"/>
                </a:solidFill>
                <a:latin typeface="Montserrat SemiBold"/>
              </a:rPr>
              <a:t>incerteza</a:t>
            </a:r>
            <a:r>
              <a:rPr lang="pt-BR" sz="1050" noProof="0" dirty="0">
                <a:solidFill>
                  <a:srgbClr val="1E1E29"/>
                </a:solidFill>
                <a:latin typeface="Montserrat"/>
              </a:rPr>
              <a:t>, prêmios de risco e preços de energia: é o pano de fundo do choque do petróleo.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noProof="0" dirty="0">
                <a:solidFill>
                  <a:srgbClr val="0240CA"/>
                </a:solidFill>
                <a:latin typeface="Montserrat"/>
              </a:rPr>
              <a:t>Média de 1985-2019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394960" cy="301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007791"/>
            <a:ext cx="231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noProof="0" dirty="0">
                <a:solidFill>
                  <a:srgbClr val="0240CA"/>
                </a:solidFill>
                <a:latin typeface="Montserrat"/>
              </a:rPr>
              <a:t>Índice calculado pela frequência de notícias sobre tensões, ameaças e atos de guerra em 10 jornais internacionais.</a:t>
            </a:r>
          </a:p>
        </p:txBody>
      </p:sp>
    </p:spTree>
    <p:extLst>
      <p:ext uri="{BB962C8B-B14F-4D97-AF65-F5344CB8AC3E}">
        <p14:creationId xmlns:p14="http://schemas.microsoft.com/office/powerpoint/2010/main" val="4102965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Petróleo volta a superar US$ 100 com o conflito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Preço do petróleo Brent (jan/24-set/26)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FMI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conflito envolvendo EUA, Israel e Irã levou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Brent de US$ 69 em fevereiro para US$ 102 em setembro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 EIA elevou o preço médio esperado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US$ 96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US$ 84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a inflação de energia,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Fed subiu os juros para 3,75%-4,00%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setembro, a primeira alta desde 2023, e o título de 10 anos dos EUA chegou a 5%.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Brasil, petróleo mais caro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melhora os termos de troca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pressiona combustíveis, fretes e fertilizantes.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por barril, média mensal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046884"/>
              </p:ext>
            </p:extLst>
          </p:nvPr>
        </p:nvGraphicFramePr>
        <p:xfrm>
          <a:off x="285403" y="1635070"/>
          <a:ext cx="5401888" cy="2874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93866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Câmbio resiste ao choque externo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oscila na eleição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câmbio (jan/20-set/26)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Após o pico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R$ 6,10 em dez/24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real se apreciou e ficou estável durante o conflito, com média de R$ 5,14 em set/26. Como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moeda de commodity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ganha com a alta do petróleo e amortece o repasse do choque externo.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outubro, o câmbio oscilou com o calendário eleitoral: na primeira sessão após o 2º turno (26/10), a PTAX foi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R$ 5,50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(+9,2% no dia).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Focus de 23/10, anterior ao 2º turno, projetava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R$ 5,05 no fim de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R$/US$, média mensal da PTAX de venda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205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SC amplia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 sua integração ao comércio exterior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Exportações e importações de Santa Catarina (2005-2025)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MDIC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2025, SC exportou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US$ 12,2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importou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US$ 34,0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As importações mais que triplicaram desde 2016, com insumos industriais e a estrutura portuária do estado.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 janeiro a setembro de 2026, as exportações somaram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US$ 9,5 bilhões (+5,5%)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as importações, US$ 27,8 bilhões (+9,5%), frente a igual período de 2025.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US$ bilhões FOB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Exportação pela UF produtora; importação pela UF do importador. Valores nominais.</a:t>
            </a:r>
          </a:p>
        </p:txBody>
      </p:sp>
    </p:spTree>
    <p:extLst>
      <p:ext uri="{BB962C8B-B14F-4D97-AF65-F5344CB8AC3E}">
        <p14:creationId xmlns:p14="http://schemas.microsoft.com/office/powerpoint/2010/main" val="546683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Atividade, indústria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emprego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240CA"/>
                </a:solidFill>
                <a:latin typeface="Montserrat"/>
              </a:rPr>
              <a:t>Pouso suave ? </a:t>
            </a:r>
            <a:r>
              <a:rPr sz="2000" b="0">
                <a:solidFill>
                  <a:srgbClr val="0240CA"/>
                </a:solidFill>
                <a:latin typeface="Montserrat"/>
              </a:rPr>
              <a:t>consumo e investimento perdem fôlego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Valor observado e projeção do PIB (1T20-4T27*)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Crescimento acumulado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Expectativas: mediana do Focus de 23/10/2026 (trimestral e anual). Potencial: referência de 2% ao ano.</a:t>
            </a:r>
          </a:p>
        </p:txBody>
      </p:sp>
      <p:sp>
        <p:nvSpPr>
          <p:cNvPr id="345" name="tabela_titulo"/>
          <p:cNvSpPr txBox="1"/>
          <p:nvPr/>
        </p:nvSpPr>
        <p:spPr>
          <a:xfrm>
            <a:off x="5806440" y="1256964"/>
            <a:ext cx="3017520" cy="18242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150">
                <a:solidFill>
                  <a:srgbClr val="0240CA"/>
                </a:solidFill>
                <a:latin typeface="Montserrat SemiBold"/>
              </a:rPr>
              <a:t>Crescimento por componente do PIB</a:t>
            </a:r>
          </a:p>
        </p:txBody>
      </p:sp>
      <p:sp>
        <p:nvSpPr>
          <p:cNvPr id="346" name="tabela_unidade"/>
          <p:cNvSpPr txBox="1"/>
          <p:nvPr/>
        </p:nvSpPr>
        <p:spPr>
          <a:xfrm>
            <a:off x="5806440" y="1492274"/>
            <a:ext cx="3017520" cy="142796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0240CA"/>
                </a:solidFill>
                <a:latin typeface="Montserrat"/>
              </a:rPr>
              <a:t>Variação anual, em %</a:t>
            </a:r>
          </a:p>
        </p:txBody>
      </p:sp>
      <p:graphicFrame>
        <p:nvGraphicFramePr>
          <p:cNvPr id="347" name="tabela_componentes"/>
          <p:cNvGraphicFramePr>
            <a:graphicFrameLocks noGrp="1"/>
          </p:cNvGraphicFramePr>
          <p:nvPr/>
        </p:nvGraphicFramePr>
        <p:xfrm>
          <a:off x="5479473" y="1658389"/>
          <a:ext cx="3442854" cy="2468880"/>
        </p:xfrm>
        <a:graphic>
          <a:graphicData uri="http://schemas.openxmlformats.org/drawingml/2006/table">
            <a:tbl>
              <a:tblPr/>
              <a:tblGrid>
                <a:gridCol w="602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3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2027*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 rowSpan="3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OFERTA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Agropecuária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-3,7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Indústria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Serviços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 rowSpan="5">
                  <a:txBody>
                    <a:bodyPr/>
                    <a:lstStyle/>
                    <a:p>
                      <a:pPr algn="ctr"/>
                      <a:r>
                        <a:rPr lang="pt-BR"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DEMANDA</a:t>
                      </a:r>
                    </a:p>
                  </a:txBody>
                  <a:tcPr marL="45720" marR="45720" marT="0" marB="0" vert="vert27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das famílias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Consumo do governo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FBCF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0,9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1,1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Exportação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2,8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 vMerge="1"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Importação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15,6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"/>
                        </a:rPr>
                        <a:t>2,0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PIB - Total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3,4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 SemiBold"/>
                        </a:rPr>
                        <a:t>2,3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dirty="0">
                          <a:solidFill>
                            <a:srgbClr val="0240CA"/>
                          </a:solidFill>
                          <a:latin typeface="Montserrat SemiBold"/>
                        </a:rPr>
                        <a:t>1,3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48" name="projecoes_pib"/>
          <p:cNvSpPr txBox="1"/>
          <p:nvPr/>
        </p:nvSpPr>
        <p:spPr>
          <a:xfrm>
            <a:off x="6082145" y="4224528"/>
            <a:ext cx="2834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850">
                <a:solidFill>
                  <a:srgbClr val="0240CA"/>
                </a:solidFill>
                <a:latin typeface="Montserrat SemiBold"/>
              </a:rPr>
              <a:t>Outras projeções para o PIB (2026 e 2027)</a:t>
            </a:r>
          </a:p>
          <a:p>
            <a:r>
              <a:rPr sz="850">
                <a:solidFill>
                  <a:srgbClr val="1E1E29"/>
                </a:solidFill>
                <a:latin typeface="Montserrat"/>
              </a:rPr>
              <a:t>BC: 1,8% e 1,4%   |   Ipea: 2,0% e 1,7%</a:t>
            </a:r>
          </a:p>
        </p:txBody>
      </p:sp>
    </p:spTree>
    <p:extLst>
      <p:ext uri="{BB962C8B-B14F-4D97-AF65-F5344CB8AC3E}">
        <p14:creationId xmlns:p14="http://schemas.microsoft.com/office/powerpoint/2010/main" val="355738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20040" y="493705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da Transformação recua 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industrial do Brasil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 extrativa cresceu 6,3%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a produção de petróleo e gás, enquanto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transformação variou -0,5%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é o segmento mais exposto ao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crédito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à moderação da demanda interna: bens de capital e semi e não duráveis recuam; veículos são a exceção.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É a economia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duas velocidades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: setores pouco cíclicos sustentam o PIB, e os mais sensíveis aos juros perdem ritmo.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23473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Indústria catarinense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converge para o ritmo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Produção da indústria de transformação: Brasil e 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catarinense passou de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8,4% em mar/25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-0,6%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 até ago/26, alinhada ao Brasil (-0,5%).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comércio, SC segue à frente: varejo ampliado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3,7%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12 meses, ante 1,4% no Brasil. Nos serviços, SC cresce 1,2%, abaixo do país (2,2%).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retomada da indústria depende da transmissão dos cortes da Selic ao crédito e ao investimento.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12 meses,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827334"/>
              </p:ext>
            </p:extLst>
          </p:nvPr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5773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Atividade em SC </a:t>
            </a:r>
            <a:r>
              <a:rPr lang="pt-BR" sz="2000" dirty="0">
                <a:solidFill>
                  <a:srgbClr val="0240CA"/>
                </a:solidFill>
                <a:latin typeface="Montserrat Medium"/>
              </a:rPr>
              <a:t>cresce acima da média nacional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IBC-Br e IBCR-SC (jan/23-ago/26)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janeiro de 2023, a atividade catarinense acumula alta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14,4%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10,3% no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12 meses até ago/26, o IBCR-SC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o IBC-Br, 1,6%. Um ano antes, as taxas eram 5,1% e 3,3%.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SC mantém dinamismo relativo, mas acompanha a perda de ritmo do país desde o início do aperto monetário.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Índice com ajuste sazonal, jan/23 = 100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99726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Desemprego nas mínimas 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históricas em SC e no Brasil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Taxa de desocupação: Brasil e SC (1T12-2T26)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desocupação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5,4%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2,1% em SC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2026. O rendimento médio habitual em SC,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R$ 4.301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supera em 19% o nacional (R$ 3.621).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mercado está apertado: com a taxa de participação de antes da pandemia (63,2%), a desocupação nacional seria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7,2%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massa de rendimentos cresce 4,1% em 12 meses, ante cerca de 7% na virada do ano: o trabalho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sustenta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mas já não impulsiona, a demanda.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força de trabalho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06185" y="163507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5978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Inflação, juros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consumo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Inflação acima do teto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limita o corte da Selic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IPCA e taxa Selic (jan/22-out/26)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IPCA voltou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4,58% em set/26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teto de 4,5%. O Focus espera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5,2% em 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4,3% em 2027.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Copom levou a Selic de 15,00%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13,75%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; o Focus espera 13,25% no fim de 2026 e 11,75% em 2027. Pelo BC, a chance de o IPCA superar o teto cai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90% em 2026 para 33%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IPCA acumulado em 12 meses e meta da Selic no fim do mês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512724" cy="28942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114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Cenário de referência do RPM de set/26. O descumprimento da meta exige seis meses seguidos fora do intervalo.</a:t>
            </a:r>
          </a:p>
        </p:txBody>
      </p:sp>
      <p:graphicFrame>
        <p:nvGraphicFramePr>
          <p:cNvPr id="345" name="tabela_componentes"/>
          <p:cNvGraphicFramePr>
            <a:graphicFrameLocks noGrp="1"/>
          </p:cNvGraphicFramePr>
          <p:nvPr/>
        </p:nvGraphicFramePr>
        <p:xfrm>
          <a:off x="6035040" y="3337560"/>
          <a:ext cx="2788920" cy="658368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Cenário do BC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2028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IPCA no 4º trimestre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Chance de superar 4,5% (%)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34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 "/>
              </a:rPr>
              <a:t>Juro real segue a</a:t>
            </a:r>
            <a:r>
              <a:rPr lang="pt-BR" sz="2000" dirty="0">
                <a:solidFill>
                  <a:srgbClr val="0240CA"/>
                </a:solidFill>
                <a:latin typeface="Montserrat "/>
              </a:rPr>
              <a:t>cima do neutro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Selic real ex-ante (jan/15-out/26)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FGV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3902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Selic real está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8,8%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pico de 10,7% (fev/26) e acima 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 neutro de 5,0%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do BC.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cenário do BC, o juro real cai aos poucos, até 6,5% no fim do horizonte: a política monetária segue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contracionista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Isso ocorre pois a economia opera acima do potencial, com hiato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+0,4%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uso da capacidade da indústria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(média: 80%). O BC projeta hiato de -0,4% no início de 2028.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 meta deflacionada pela inflação esperada para 12 meses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370832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Juro neutro: taxa real que não estimula nem contrai a atividade. Hiato: diferença entre o PIB e o seu potencial.</a:t>
            </a:r>
          </a:p>
        </p:txBody>
      </p:sp>
    </p:spTree>
    <p:extLst>
      <p:ext uri="{BB962C8B-B14F-4D97-AF65-F5344CB8AC3E}">
        <p14:creationId xmlns:p14="http://schemas.microsoft.com/office/powerpoint/2010/main" val="2324626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Renda cresce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, mas o consumo das famílias desacelera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Consumo das famílias (1T22-2T26)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consumo das famílias desacelerou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5,1% no fim de 2024 para 0,9%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 2º trimestre de 2026, enquanto a renda disponível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4,2% em termos reais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diferença virou poupança: a taxa subiu de 10,1% para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13,0%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 maior fora da pandemia.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Para o Ipea, pesam juros altos, apostas on-line (R$ 37 bilhões em 2025) e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precaucional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diante da incerteza eleitoral e geopolítica. Com a eleição definida, parte desse freio pode se dissipar.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Variação acumulada em 4 trimestres, em %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08001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Comprometimento de renda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com dívidas atinge recorde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Endividamento e comprometimento de renda das famílias (mar/05-jul/26)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As famílias destinam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28,7% da renda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ao serviço de dívidas, recorde da série. O endividamento está estável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49,9%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perto do recorde de janeiro.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No Brasil, as dívidas são curtas e com muitas linhas rotativas: a Selic chega rápido às parcelas, o chamado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canal de fluxo de caixa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Maior comprometimento reduz a renda livre para consumo e torna o gasto das famílias mais volátil.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renda; comprometimento com ajuste sazonal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68815" cy="297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0586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Inadimplência das famílias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no maior nível da série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Inadimplência de pessoas físicas no crédito livre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inadimplência das famílias no crédito livre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8,01%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 maior nível da série. A taxa média de juros para pessoas físicas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61,7%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Cresce o uso de modalidades emergenciais, como cartão rotativo e cheque especial, que encarecem a dívida.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Parte da alta é regulatória: a Resolução CMN 4.966 responde por cerca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40% do aumento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da inadimplência da carteira total entre dez/24 e jun/26.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da carteira com atraso acima de 90 dias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1495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Consumo em 2027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: impulsos versus peso da dívida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Impulsos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Selic em queda.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 15,00% para 13,75%; o Focus espera 11,75% no fim de 2027.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Transferências.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Reajuste de cerca de 15% nos benefícios do Bolsa Família desde outubro.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Apostas on-line.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proibição (MP 1.394) libera parte dos R$ 37 bilhões apostados em 2025.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Renegociação.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 fase do Desenrola, com renegociações a partir de fevereiro.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Fim da incerteza eleitoral.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Parte da poupança precaucional pode voltar ao consumo.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Freios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Serviço da dívida.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Comprometimento de renda recorde, de 28,7%.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Inadimplência.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8,0% no crédito livre às famílias; bancos mais seletivos.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Incerteza remanescente.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Riscos fiscal e geopolítico mantêm a poupança precaucional.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Mercado de trabalho.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Pouca mão de obra ociosa; massa salarial desacelera.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Alimentos e energia.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El Niño ameaçam a renda real.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654841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Contas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públicas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Governo e mercado divergem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sobre o primário de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Resultado primário do Governo Central em 2027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PLOA 2027 prevê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superávit de R$ 19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ou R$ 83 bilhões na métrica da meta. A mediana do mercado aponta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déficit de R$ 54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R$ 10 bilhões na meta,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abaixo do piso de R$ 37 bilhões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meta é superávit de 0,5% do PIB (R$ 73 bilhões). Despesas obrigatórias crescem acima do limite real de 2,5% do arcabouço; os gatilhos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LC 235/2026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devem conter cerca de R$ 9 bilhões.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R$ bilhões correntes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3886536"/>
            <a:ext cx="25811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Descontadas as exclusões previstas na apuração da meta (R$ 65 bilhões no PLOA).</a:t>
            </a:r>
          </a:p>
        </p:txBody>
      </p:sp>
    </p:spTree>
    <p:extLst>
      <p:ext uri="{BB962C8B-B14F-4D97-AF65-F5344CB8AC3E}">
        <p14:creationId xmlns:p14="http://schemas.microsoft.com/office/powerpoint/2010/main" val="1127857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Dívida pública segue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trajetória de alta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Dívida bruta (DBGG) e líquida (DLSP) do setor público (2006-2030*)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STN (2026), IPEA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571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dívida bruta chegou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82,9% do PIB em ago/26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O Focus projeta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87,2% em 2027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95,0% em 2030; mantida a tendência, 100% em 2033.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taxa implícita próxima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acima do crescimento nominal do PIB, só superávits primários estabilizam a dívida. O Tesouro projeta pico de 88% do PIB em 2029.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contenção das despesas obrigatórias tende a entrar na agenda de 2027, isso ocorreria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independentemente do resultado eleitoral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PIB, fim de ano; 2026: ago/26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89320" y="4357657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2027-2030: mediana do Focus.</a:t>
            </a:r>
          </a:p>
        </p:txBody>
      </p:sp>
    </p:spTree>
    <p:extLst>
      <p:ext uri="{BB962C8B-B14F-4D97-AF65-F5344CB8AC3E}">
        <p14:creationId xmlns:p14="http://schemas.microsoft.com/office/powerpoint/2010/main" val="32297532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Longo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prazo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Bônus demográfico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chega ao fim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Razão de dependência no Brasil (2000-2070*)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razão de dependência atingiu o mínimo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2017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(44,4 dependentes por 100 pessoas em idade ativa) e já voltou a subir: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45,9 em 2030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 58,3 em 2050.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Os idosos passam a superar os jovens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2036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e a população deve parar de crescer em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2041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com 220,4 milhões de habitantes.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Com menos gente entrando no mercado de trabalho, o crescimento passa a depender da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Pessoas de 0 a 14 e de 65 anos ou mais por 100 pessoas de 15 a 64 anos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* Projeção. Revisão 2024 das projeções populacionais do IBGE.</a:t>
            </a:r>
          </a:p>
        </p:txBody>
      </p:sp>
    </p:spTree>
    <p:extLst>
      <p:ext uri="{BB962C8B-B14F-4D97-AF65-F5344CB8AC3E}">
        <p14:creationId xmlns:p14="http://schemas.microsoft.com/office/powerpoint/2010/main" val="3885446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Produtividade do trabalho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estagnada há três décadas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PIB por pessoa ocupada em relação aos EUA (1991-2025)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trabalhador brasileiro produz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26,7% do que produz um americano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34,7% em 1991.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Desde 1991, a produtividade cresceu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0,8% ao ano no Brasil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contra 1,6% nos EUA e 3,0% na Coreia do Sul. China e Coreia convergiram; o Brasil se afastou.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crescimento recente veio de mais pessoas ocupadas, não de mais produção por trabalhador. Com o desemprego na mínima, esse motor se esgota.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%, EUA = 100; US$ PPC constantes de 2021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20251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para crescer mais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Formação bruta de capital fixo (último ano disponível*)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(2026), IBGE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16,5% do PIB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(4 trimestres até o 2T26), abaixo da média de 17,9% desde 1996, do pico de 21,0% em 2013 e da média mundial (25,6%).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poupança doméstica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baixa: 14,4% do PIB, ante 26,1% no mundo. Sem poupança, o investimento depende de capital externo e de juros altos para atraí-lo.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Menos máquinas, infraestrutura e tecnologia por trabalhador significam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menos produtividade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1083426" y="4294891"/>
            <a:ext cx="40566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700" b="1" dirty="0">
                <a:solidFill>
                  <a:srgbClr val="0240CA"/>
                </a:solidFill>
                <a:latin typeface="Montserrat"/>
              </a:rPr>
              <a:t>Gráfico: Banco Mundial, 2025 (China, Mundo, OCDE, EUA, 2024). Brasil : IBGE, preços correntes.</a:t>
            </a:r>
          </a:p>
        </p:txBody>
      </p:sp>
    </p:spTree>
    <p:extLst>
      <p:ext uri="{BB962C8B-B14F-4D97-AF65-F5344CB8AC3E}">
        <p14:creationId xmlns:p14="http://schemas.microsoft.com/office/powerpoint/2010/main" val="4226299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Crédito às empresas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custa mais de 24% ao ano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Juros do crédito livre às empresas e Selic (mar/11-ago/26)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BCB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taxa média do crédito livre às empresas foi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24,2% ao ano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ago/26, com spread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11,1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sobre o custo de captação dos bancos.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Na comparação internacional, o spread bancário do Brasil é de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32,5 p.p.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6,2 no México, 5,3 na Colômbia e 2,9 na China.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Além da Selic, o spread reflete inadimplência, tributos e custos de intermediação: reduzir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custo do capital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é agenda estrutural.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a.a.; Selic: média mensal da meta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97762"/>
              </p:ext>
            </p:extLst>
          </p:nvPr>
        </p:nvGraphicFramePr>
        <p:xfrm>
          <a:off x="320040" y="1691639"/>
          <a:ext cx="5478087" cy="3014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914506" y="4009656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Spread internacional: juro dos empréstimos menos juro dos depósitos (Banco Mundial, Brasil 2024). Medida diferente do spread do BC.</a:t>
            </a:r>
          </a:p>
        </p:txBody>
      </p:sp>
    </p:spTree>
    <p:extLst>
      <p:ext uri="{BB962C8B-B14F-4D97-AF65-F5344CB8AC3E}">
        <p14:creationId xmlns:p14="http://schemas.microsoft.com/office/powerpoint/2010/main" val="2632713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Indústria de transformação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perde espaço na economia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Transformação no valor adicionado (4T96-2T26)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IBGE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transformação responde por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13,7% do valor adicionado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ante 18,0% no pico de 2005 e média de 14,4% desde 1996.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Em proporção do PIB, o Brasil (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11,8%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) está abaixo da média mundial (14,9%) e longe de Coreia do Sul (27,4%), China (24,7%), México (20,0%) e Alemanha (17,6%).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indústria concentra investimento, inovação e exportações de maior valor: sua perda de espaço ajuda a explicar a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 estagnada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%; preços correntes, somas de 4 trimestres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Comparação internacional: Banco Mundial, 2025.</a:t>
            </a:r>
          </a:p>
        </p:txBody>
      </p:sp>
    </p:spTree>
    <p:extLst>
      <p:ext uri="{BB962C8B-B14F-4D97-AF65-F5344CB8AC3E}">
        <p14:creationId xmlns:p14="http://schemas.microsoft.com/office/powerpoint/2010/main" val="3814452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Países que formam mais em STEM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Graduados STEM e PIB per capita (2024)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OCDE (2026), 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Há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relação positiva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entre graduados em STEM e renda per capita nos países da base da OCDE (correlação de 0,67, sem Luxemburgo). O Brasil é o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41º de 42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graduados por 100 mil hab.; Y: PIB per capita, US$ mil de 2015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STEM: ciências naturais, matemática e estatística; TIC; engenharia, produção e construção (CINE 05-07), graduados do ensino superior. Luxemburgo fora do gráfico (75; US$ 104,1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011680"/>
          <a:ext cx="3291840" cy="252374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País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Graduados STEM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(US$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Irlanda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94,5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Austrália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409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Finlândia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Reino Unido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Canadá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369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Dinamarca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60,8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Coreia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343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37,0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Chile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335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14,6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Israel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320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França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319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39,7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 (41º)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118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9,6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538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UFs que formam mais engenheiros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têm renda maior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Concluintes em engenharia e PIB per capita, por UF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INEP (2026), IBGE (2026), OCDE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5486400" y="118872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A relação se repete entre as UFs (correlação de 0,73, sem o DF);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SC é a 4ª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 Na base, o Brasil está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92 pontos atrás da OCDE em matemática no PISA 2025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cerca de 4,6 anos de escolaridade.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X: concluintes por 100 mil hab. (2024); Y: PIB per capita, R$ mil (2023)</a:t>
            </a:r>
          </a:p>
        </p:txBody>
      </p:sp>
      <p:sp>
        <p:nvSpPr>
          <p:cNvPr id="344" name="nota"/>
          <p:cNvSpPr txBox="1"/>
          <p:nvPr/>
        </p:nvSpPr>
        <p:spPr>
          <a:xfrm>
            <a:off x="411480" y="4389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Graduação em cursos de engenharia (rótulo CINE), presencial e EAD, pela UF do curso. PIB a preços correntes. DF fora do gráfico (46,8; R$ 123,2 mil).</a:t>
            </a:r>
          </a:p>
        </p:txBody>
      </p:sp>
      <p:graphicFrame>
        <p:nvGraphicFramePr>
          <p:cNvPr id="345" name="grafico"/>
          <p:cNvGraphicFramePr>
            <a:graphicFrameLocks noGrp="1"/>
          </p:cNvGraphicFramePr>
          <p:nvPr/>
        </p:nvGraphicFramePr>
        <p:xfrm>
          <a:off x="320040" y="1691640"/>
          <a:ext cx="4979324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46" name="tabela_componentes"/>
          <p:cNvGraphicFramePr>
            <a:graphicFrameLocks noGrp="1"/>
          </p:cNvGraphicFramePr>
          <p:nvPr/>
        </p:nvGraphicFramePr>
        <p:xfrm>
          <a:off x="5486400" y="2240280"/>
          <a:ext cx="3291840" cy="23591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UF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Concluintes por 100 mil hab.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PIB per capita (R$ mil)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240CA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Paraná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0240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São Paulo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54,4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75,1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Minas Gerais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52,7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45,7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Santa Catarina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50,0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64,8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Distrito Federal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46,8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123,2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de Janeiro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46,2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68,1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Rio Grande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43,0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57,9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Espírito Santo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42,9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51,5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Mato Grosso do Sul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38,7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64,1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Tocantins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34,2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41,0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1E1E29"/>
                          </a:solidFill>
                          <a:latin typeface="Montserrat"/>
                        </a:rPr>
                        <a:t>...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E4E7E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9164"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Brasil</a:t>
                      </a:r>
                    </a:p>
                  </a:txBody>
                  <a:tcPr marL="45720" marR="45720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41,2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>
                          <a:solidFill>
                            <a:srgbClr val="0240CA"/>
                          </a:solidFill>
                          <a:latin typeface="Montserrat SemiBold"/>
                        </a:rPr>
                        <a:t>51,7</a:t>
                      </a:r>
                    </a:p>
                  </a:txBody>
                  <a:tcPr marL="18288" marR="18288" marT="0" marB="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2014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240CA"/>
                </a:solidFill>
                <a:latin typeface="Montserrat" pitchFamily="2" charset="0"/>
              </a:rPr>
              <a:t>Brasil investe pouco </a:t>
            </a:r>
            <a:r>
              <a:rPr lang="pt-BR" sz="2000" dirty="0">
                <a:solidFill>
                  <a:srgbClr val="0240CA"/>
                </a:solidFill>
                <a:latin typeface="Montserrat" pitchFamily="2" charset="0"/>
              </a:rPr>
              <a:t>em pesquisa e desenvolvimento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rafico_titulo"/>
          <p:cNvSpPr txBox="1"/>
          <p:nvPr/>
        </p:nvSpPr>
        <p:spPr>
          <a:xfrm>
            <a:off x="411480" y="1256964"/>
            <a:ext cx="5577840" cy="1824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1150" dirty="0">
                <a:solidFill>
                  <a:srgbClr val="0240CA"/>
                </a:solidFill>
                <a:latin typeface="Montserrat SemiBold"/>
              </a:rPr>
              <a:t>Gasto em pesquisa e desenvolvimento (último ano disponível)</a:t>
            </a:r>
          </a:p>
        </p:txBody>
      </p:sp>
      <p:sp>
        <p:nvSpPr>
          <p:cNvPr id="341" name="fonte"/>
          <p:cNvSpPr txBox="1"/>
          <p:nvPr/>
        </p:nvSpPr>
        <p:spPr>
          <a:xfrm>
            <a:off x="685800" y="4705658"/>
            <a:ext cx="7772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pt-BR" sz="800" dirty="0">
                <a:solidFill>
                  <a:srgbClr val="6B7280"/>
                </a:solidFill>
                <a:latin typeface="Montserrat"/>
              </a:rPr>
              <a:t>BANCO MUNDIAL (2026) e OBSERVATÓRIO FIESC (2026)</a:t>
            </a:r>
          </a:p>
        </p:txBody>
      </p:sp>
      <p:sp>
        <p:nvSpPr>
          <p:cNvPr id="342" name="texto"/>
          <p:cNvSpPr txBox="1"/>
          <p:nvPr/>
        </p:nvSpPr>
        <p:spPr>
          <a:xfrm>
            <a:off x="6035040" y="1600200"/>
            <a:ext cx="2697480" cy="2209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O Brasil investe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1,19% do PIB em P&amp;D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, menos da metade das médias mundial (2,60%) e da OCDE (2,93%). A Coreia do Sul investe 4,94%.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China (2,58%), Polônia (1,56%) e Turquia (1,42%) já investem mais que o Brasil.</a:t>
            </a:r>
          </a:p>
          <a:p>
            <a:pPr algn="just">
              <a:lnSpc>
                <a:spcPct val="112000"/>
              </a:lnSpc>
              <a:spcAft>
                <a:spcPts val="900"/>
              </a:spcAft>
            </a:pPr>
            <a:r>
              <a:rPr lang="pt-BR" sz="1050" dirty="0">
                <a:solidFill>
                  <a:srgbClr val="1E1E29"/>
                </a:solidFill>
                <a:latin typeface="Montserrat"/>
              </a:rPr>
              <a:t>Formar pessoas não basta: elevar a produtividade exige </a:t>
            </a: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 e inovação dentro das empresas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.</a:t>
            </a:r>
          </a:p>
        </p:txBody>
      </p:sp>
      <p:sp>
        <p:nvSpPr>
          <p:cNvPr id="3" name="grafico_unidade">
            <a:extLst>
              <a:ext uri="{FF2B5EF4-FFF2-40B4-BE49-F238E27FC236}">
                <a16:creationId xmlns:a16="http://schemas.microsoft.com/office/drawing/2014/main" id="{77DC23B9-E833-07C0-9FDE-1F2D70C8173C}"/>
              </a:ext>
            </a:extLst>
          </p:cNvPr>
          <p:cNvSpPr txBox="1"/>
          <p:nvPr/>
        </p:nvSpPr>
        <p:spPr>
          <a:xfrm>
            <a:off x="411480" y="1492274"/>
            <a:ext cx="5577840" cy="142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pt-BR" sz="900" dirty="0">
                <a:solidFill>
                  <a:srgbClr val="0240CA"/>
                </a:solidFill>
                <a:latin typeface="Montserrat"/>
              </a:rPr>
              <a:t>Em % do PIB</a:t>
            </a:r>
          </a:p>
        </p:txBody>
      </p:sp>
      <p:graphicFrame>
        <p:nvGraphicFramePr>
          <p:cNvPr id="343" name="grafico"/>
          <p:cNvGraphicFramePr>
            <a:graphicFrameLocks noGrp="1"/>
          </p:cNvGraphicFramePr>
          <p:nvPr/>
        </p:nvGraphicFramePr>
        <p:xfrm>
          <a:off x="320040" y="1691640"/>
          <a:ext cx="544068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4" name="nota"/>
          <p:cNvSpPr txBox="1"/>
          <p:nvPr/>
        </p:nvSpPr>
        <p:spPr>
          <a:xfrm>
            <a:off x="5669280" y="4069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600" dirty="0">
                <a:solidFill>
                  <a:srgbClr val="0240CA"/>
                </a:solidFill>
                <a:latin typeface="Montserrat"/>
              </a:rPr>
              <a:t>Banco Mundial, 2023 (Chile, 2022; México, 2024), com dados da Unesco.</a:t>
            </a:r>
          </a:p>
        </p:txBody>
      </p:sp>
    </p:spTree>
    <p:extLst>
      <p:ext uri="{BB962C8B-B14F-4D97-AF65-F5344CB8AC3E}">
        <p14:creationId xmlns:p14="http://schemas.microsoft.com/office/powerpoint/2010/main" val="1277412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ecao_titulo"/>
          <p:cNvSpPr txBox="1"/>
          <p:nvPr/>
        </p:nvSpPr>
        <p:spPr>
          <a:xfrm>
            <a:off x="465499" y="1879921"/>
            <a:ext cx="33294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lang="pt-BR" sz="105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75" dirty="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2027</a:t>
            </a:r>
            <a:endParaRPr lang="pt-BR" sz="1050" b="0" i="0" u="none" strike="noStrike" cap="none" dirty="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secao_numero"/>
          <p:cNvSpPr txBox="1"/>
          <p:nvPr/>
        </p:nvSpPr>
        <p:spPr>
          <a:xfrm>
            <a:off x="5547997" y="2011806"/>
            <a:ext cx="4365300" cy="3377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500" i="0" u="none" strike="noStrike" cap="none" dirty="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</a:p>
        </p:txBody>
      </p:sp>
      <p:pic>
        <p:nvPicPr>
          <p:cNvPr id="138" name="Google Shape;138;p31" title="Logo_Observatório FIESC_Cor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O que acompanhar em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Macroeconomia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Regra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Meta de superávit de 0,5% do PIB, gatilhos da LC 235 e revisão de despesas obrigatórias. Indicadores: resultado primário e dívida bruta.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e 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ritmo de corte da Selic depende de expectativas ancoradas e de credibilidade fiscal. Indicadores: Focus e comunicação do Copom.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 e 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Desenrola, proibição das apostas e juros menores aliviam o serviço da dívida. Indicador: comprometimento de renda.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Estrutura e ambiente externo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Em 2027, a CBS substitui o PIS/Cofins, o IPI é zerado (exceto ZFM) e começa o Imposto Seletivo. Indicadores: preços e arrecadação.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Produtividade.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Investimento, P&amp;D e educação definem o crescimento potencial com o fim do bônus demográfico. Indicadores: FBCF e PIB por trabalhador.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Cenário externo.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Petróleo, juros americanos e tarifas; o real amortece choques de commodities. Indicadores: Brent e câmbio.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2677090" y="4727448"/>
            <a:ext cx="378981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(2026), BRASIL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11395902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Balanço de riscos para 2027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pior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Revisão da meta ou adiamento do ajuste elevam o prêmio de risco.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Petróleo e geopolítica.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Pressão sobre combustíveis, fretes, fertilizantes e alimentos.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 globais.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Novas altas do Fed e juro de 10 anos dos EUA em 5%.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Clima.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El Niño intenso afeta safra e energia.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Crédito.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Inadimplência recorde restringe a oferta às famílias.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Para melhor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Credibilidade 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Ajuste crível nas despesas obrigatórias acelera a queda da Selic.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Commodities.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Petróleo e agro sustentam câmbio e receitas.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Famílias.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Renegociação de dívidas e fim das apostas liberam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Desinflação.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mais fraca alivia os preços de serviços.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Investimento.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Juros menores destravam FBCF, construção e bens de capital.</a:t>
            </a:r>
          </a:p>
        </p:txBody>
      </p:sp>
      <p:sp>
        <p:nvSpPr>
          <p:cNvPr id="340" name="fonte"/>
          <p:cNvSpPr txBox="1"/>
          <p:nvPr/>
        </p:nvSpPr>
        <p:spPr>
          <a:xfrm>
            <a:off x="3061009" y="4727448"/>
            <a:ext cx="30219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Montserrat"/>
              </a:rPr>
              <a:t>IPEA (2026), BCB (2026) e OBSERVATÓRIO FIESC (2026)</a:t>
            </a:r>
          </a:p>
        </p:txBody>
      </p:sp>
    </p:spTree>
    <p:extLst>
      <p:ext uri="{BB962C8B-B14F-4D97-AF65-F5344CB8AC3E}">
        <p14:creationId xmlns:p14="http://schemas.microsoft.com/office/powerpoint/2010/main" val="432230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itulo"/>
          <p:cNvSpPr txBox="1"/>
          <p:nvPr/>
        </p:nvSpPr>
        <p:spPr>
          <a:xfrm>
            <a:off x="366846" y="478500"/>
            <a:ext cx="8197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240CA"/>
                </a:solidFill>
                <a:latin typeface="Montserrat Medium"/>
              </a:rPr>
              <a:t>Mensagens finais</a:t>
            </a:r>
          </a:p>
        </p:txBody>
      </p:sp>
      <p:cxnSp>
        <p:nvCxnSpPr>
          <p:cNvPr id="337" name="Google Shape;337;p46"/>
          <p:cNvCxnSpPr/>
          <p:nvPr/>
        </p:nvCxnSpPr>
        <p:spPr>
          <a:xfrm>
            <a:off x="453900" y="1028618"/>
            <a:ext cx="1441500" cy="0"/>
          </a:xfrm>
          <a:prstGeom prst="straightConnector1">
            <a:avLst/>
          </a:prstGeom>
          <a:noFill/>
          <a:ln w="19050" cap="flat" cmpd="sng">
            <a:solidFill>
              <a:srgbClr val="0240C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oogle Shape;145;p32" title="Logo_Observatório FIESC_Cor.png">
            <a:extLst>
              <a:ext uri="{FF2B5EF4-FFF2-40B4-BE49-F238E27FC236}">
                <a16:creationId xmlns:a16="http://schemas.microsoft.com/office/drawing/2014/main" id="{F0E53DCB-EC86-7F6C-0B54-BC223F09A0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1200" y="243305"/>
            <a:ext cx="828355" cy="20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coluna_esq"/>
          <p:cNvSpPr txBox="1"/>
          <p:nvPr/>
        </p:nvSpPr>
        <p:spPr>
          <a:xfrm>
            <a:off x="411480" y="1600200"/>
            <a:ext cx="3977639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Brasil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Desaceleração.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começa com PIB projetado entre 1,3% e 1,7%, desemprego mínimo e inflação acima da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Consumo.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Perdeu fôlego pelo peso da dívida, não por falta de renda.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Fiscal.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O ajuste é necessário qualquer que seja o resultado eleitoral: a dívida bruta caminha para 90% do PIB em 2028.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Juros.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Só caem de forma sustentada com credibilidade fiscal, o elo entre contas públicas e crédito.</a:t>
            </a:r>
          </a:p>
        </p:txBody>
      </p:sp>
      <p:sp>
        <p:nvSpPr>
          <p:cNvPr id="339" name="coluna_dir"/>
          <p:cNvSpPr txBox="1"/>
          <p:nvPr/>
        </p:nvSpPr>
        <p:spPr>
          <a:xfrm>
            <a:off x="4663440" y="1600200"/>
            <a:ext cx="3977639" cy="1692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300" b="0" dirty="0">
                <a:solidFill>
                  <a:srgbClr val="0240CA"/>
                </a:solidFill>
                <a:latin typeface="Montserrat SemiBold"/>
              </a:rPr>
              <a:t>Indústria e Santa Catarina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Indústria.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 transformação está estagnada; a retomada depende da transmissão dos cortes de juros ao crédito e ao investimento.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Santa Catarina.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Atividade e emprego acima da média nacional, com forte integração ao comércio exterior.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Reforma tributária.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2027 marca o início da CBS e o fim do IPI: a transição exige preparação das empresas.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lang="pt-BR" sz="1050" dirty="0">
                <a:solidFill>
                  <a:srgbClr val="0240CA"/>
                </a:solidFill>
                <a:latin typeface="Montserrat SemiBold"/>
              </a:rPr>
              <a:t>Longo prazo.</a:t>
            </a:r>
            <a:r>
              <a:rPr lang="pt-BR" sz="1050" dirty="0">
                <a:solidFill>
                  <a:srgbClr val="1E1E29"/>
                </a:solidFill>
                <a:latin typeface="Montserrat"/>
              </a:rPr>
              <a:t> Com o fim do bônus demográfico, só a produtividade sustenta o crescimento: investimento, inovação e capital humano nas empresas.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3272;p93">
            <a:extLst>
              <a:ext uri="{FF2B5EF4-FFF2-40B4-BE49-F238E27FC236}">
                <a16:creationId xmlns:a16="http://schemas.microsoft.com/office/drawing/2014/main" id="{66270285-3310-93EF-EFEE-8820AEE2B290}"/>
              </a:ext>
            </a:extLst>
          </p:cNvPr>
          <p:cNvGrpSpPr/>
          <p:nvPr/>
        </p:nvGrpSpPr>
        <p:grpSpPr>
          <a:xfrm>
            <a:off x="1185172" y="3602334"/>
            <a:ext cx="7274371" cy="591615"/>
            <a:chOff x="2312418" y="3037620"/>
            <a:chExt cx="8234515" cy="669702"/>
          </a:xfrm>
        </p:grpSpPr>
        <p:sp>
          <p:nvSpPr>
            <p:cNvPr id="3" name="Google Shape;3273;p93">
              <a:extLst>
                <a:ext uri="{FF2B5EF4-FFF2-40B4-BE49-F238E27FC236}">
                  <a16:creationId xmlns:a16="http://schemas.microsoft.com/office/drawing/2014/main" id="{6AFF54E5-2241-41D9-414E-FF612D558D30}"/>
                </a:ext>
              </a:extLst>
            </p:cNvPr>
            <p:cNvSpPr txBox="1"/>
            <p:nvPr/>
          </p:nvSpPr>
          <p:spPr>
            <a:xfrm>
              <a:off x="2514797" y="3053700"/>
              <a:ext cx="28272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observatorio.fiesc.com.br</a:t>
              </a:r>
            </a:p>
          </p:txBody>
        </p:sp>
        <p:sp>
          <p:nvSpPr>
            <p:cNvPr id="4" name="Google Shape;3274;p93">
              <a:extLst>
                <a:ext uri="{FF2B5EF4-FFF2-40B4-BE49-F238E27FC236}">
                  <a16:creationId xmlns:a16="http://schemas.microsoft.com/office/drawing/2014/main" id="{3E7F7069-BAFC-308B-CD7D-40AB7EAC9CB6}"/>
                </a:ext>
              </a:extLst>
            </p:cNvPr>
            <p:cNvSpPr txBox="1"/>
            <p:nvPr/>
          </p:nvSpPr>
          <p:spPr>
            <a:xfrm>
              <a:off x="2514798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observatorio@fiesc.com.br</a:t>
              </a:r>
            </a:p>
          </p:txBody>
        </p:sp>
        <p:pic>
          <p:nvPicPr>
            <p:cNvPr id="6" name="Google Shape;3275;p93">
              <a:extLst>
                <a:ext uri="{FF2B5EF4-FFF2-40B4-BE49-F238E27FC236}">
                  <a16:creationId xmlns:a16="http://schemas.microsoft.com/office/drawing/2014/main" id="{37F43452-BE59-BC9B-47A9-88C14511A8F8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320229" y="3472222"/>
              <a:ext cx="167452" cy="153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3276;p93">
              <a:extLst>
                <a:ext uri="{FF2B5EF4-FFF2-40B4-BE49-F238E27FC236}">
                  <a16:creationId xmlns:a16="http://schemas.microsoft.com/office/drawing/2014/main" id="{93452526-1ECA-31F8-4391-C87D113398AF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312418" y="3131365"/>
              <a:ext cx="183074" cy="184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3277;p93">
              <a:extLst>
                <a:ext uri="{FF2B5EF4-FFF2-40B4-BE49-F238E27FC236}">
                  <a16:creationId xmlns:a16="http://schemas.microsoft.com/office/drawing/2014/main" id="{B7395C7C-8FB8-CF73-5D6C-80B6A704A68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274349" y="3118045"/>
              <a:ext cx="183061" cy="184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3278;p93">
              <a:extLst>
                <a:ext uri="{FF2B5EF4-FFF2-40B4-BE49-F238E27FC236}">
                  <a16:creationId xmlns:a16="http://schemas.microsoft.com/office/drawing/2014/main" id="{7819D4BF-1F34-6BF2-3CA5-32ABEA1258A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498719" y="3107283"/>
              <a:ext cx="167452" cy="2005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3279;p93">
              <a:extLst>
                <a:ext uri="{FF2B5EF4-FFF2-40B4-BE49-F238E27FC236}">
                  <a16:creationId xmlns:a16="http://schemas.microsoft.com/office/drawing/2014/main" id="{E668FAF6-776A-BE75-6B0B-824E91B9B5D0}"/>
                </a:ext>
              </a:extLst>
            </p:cNvPr>
            <p:cNvSpPr txBox="1"/>
            <p:nvPr/>
          </p:nvSpPr>
          <p:spPr>
            <a:xfrm>
              <a:off x="5462589" y="3037620"/>
              <a:ext cx="13926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(48) 3231 4100</a:t>
              </a:r>
            </a:p>
          </p:txBody>
        </p:sp>
        <p:sp>
          <p:nvSpPr>
            <p:cNvPr id="14" name="Google Shape;3280;p93">
              <a:extLst>
                <a:ext uri="{FF2B5EF4-FFF2-40B4-BE49-F238E27FC236}">
                  <a16:creationId xmlns:a16="http://schemas.microsoft.com/office/drawing/2014/main" id="{47956490-1A7E-AAC4-6A66-1A774CA3992A}"/>
                </a:ext>
              </a:extLst>
            </p:cNvPr>
            <p:cNvSpPr txBox="1"/>
            <p:nvPr/>
          </p:nvSpPr>
          <p:spPr>
            <a:xfrm>
              <a:off x="5462603" y="3358714"/>
              <a:ext cx="19575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0800 048 1212</a:t>
              </a:r>
            </a:p>
          </p:txBody>
        </p:sp>
        <p:sp>
          <p:nvSpPr>
            <p:cNvPr id="15" name="Google Shape;3281;p93">
              <a:extLst>
                <a:ext uri="{FF2B5EF4-FFF2-40B4-BE49-F238E27FC236}">
                  <a16:creationId xmlns:a16="http://schemas.microsoft.com/office/drawing/2014/main" id="{A8F5CDEE-A764-3FEB-EB33-41D50BE1C538}"/>
                </a:ext>
              </a:extLst>
            </p:cNvPr>
            <p:cNvSpPr txBox="1"/>
            <p:nvPr/>
          </p:nvSpPr>
          <p:spPr>
            <a:xfrm>
              <a:off x="7650133" y="3037625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Rod. Admar Gonzaga, 2765</a:t>
              </a:r>
            </a:p>
          </p:txBody>
        </p:sp>
        <p:sp>
          <p:nvSpPr>
            <p:cNvPr id="16" name="Google Shape;3282;p93">
              <a:extLst>
                <a:ext uri="{FF2B5EF4-FFF2-40B4-BE49-F238E27FC236}">
                  <a16:creationId xmlns:a16="http://schemas.microsoft.com/office/drawing/2014/main" id="{05BF3FFD-5186-0FE4-C0DA-9274CAFFC08A}"/>
                </a:ext>
              </a:extLst>
            </p:cNvPr>
            <p:cNvSpPr txBox="1"/>
            <p:nvPr/>
          </p:nvSpPr>
          <p:spPr>
            <a:xfrm>
              <a:off x="7650130" y="3358722"/>
              <a:ext cx="2896800" cy="34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pt-BR" sz="1100" b="0" i="0" u="none" strike="noStrike" cap="none">
                  <a:solidFill>
                    <a:schemeClr val="lt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Florianópolis/SC - 88034-001</a:t>
              </a:r>
            </a:p>
          </p:txBody>
        </p:sp>
      </p:grpSp>
      <p:pic>
        <p:nvPicPr>
          <p:cNvPr id="17" name="Google Shape;3283;p93">
            <a:extLst>
              <a:ext uri="{FF2B5EF4-FFF2-40B4-BE49-F238E27FC236}">
                <a16:creationId xmlns:a16="http://schemas.microsoft.com/office/drawing/2014/main" id="{CEC4001F-EEF5-2CB9-498D-A30842CAE69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9538" y="956897"/>
            <a:ext cx="1704900" cy="1704900"/>
          </a:xfrm>
          <a:prstGeom prst="roundRect">
            <a:avLst>
              <a:gd name="adj" fmla="val 6897"/>
            </a:avLst>
          </a:prstGeom>
          <a:noFill/>
          <a:ln>
            <a:noFill/>
          </a:ln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05D7680-A903-F32C-54E7-21061FE8317B}"/>
              </a:ext>
            </a:extLst>
          </p:cNvPr>
          <p:cNvGrpSpPr/>
          <p:nvPr/>
        </p:nvGrpSpPr>
        <p:grpSpPr>
          <a:xfrm>
            <a:off x="3073051" y="2915594"/>
            <a:ext cx="2997873" cy="449097"/>
            <a:chOff x="453900" y="4408949"/>
            <a:chExt cx="2478801" cy="371337"/>
          </a:xfrm>
        </p:grpSpPr>
        <p:pic>
          <p:nvPicPr>
            <p:cNvPr id="19" name="Google Shape;111;p29" title="Logo_Observatório_Branco.png">
              <a:extLst>
                <a:ext uri="{FF2B5EF4-FFF2-40B4-BE49-F238E27FC236}">
                  <a16:creationId xmlns:a16="http://schemas.microsoft.com/office/drawing/2014/main" id="{33604B7B-1BA0-9220-468A-97A8890B4D9F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53900" y="4499636"/>
              <a:ext cx="1179044" cy="18996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931CD83-E35A-BC3D-3778-185235761106}"/>
                </a:ext>
              </a:extLst>
            </p:cNvPr>
            <p:cNvGrpSpPr/>
            <p:nvPr/>
          </p:nvGrpSpPr>
          <p:grpSpPr>
            <a:xfrm>
              <a:off x="1687808" y="4408949"/>
              <a:ext cx="1244893" cy="371337"/>
              <a:chOff x="3047521" y="4229998"/>
              <a:chExt cx="2382637" cy="710712"/>
            </a:xfrm>
          </p:grpSpPr>
          <p:pic>
            <p:nvPicPr>
              <p:cNvPr id="21" name="Imagem 20" descr="Logotipo&#10;&#10;O conteúdo gerado por IA pode estar incorreto.">
                <a:extLst>
                  <a:ext uri="{FF2B5EF4-FFF2-40B4-BE49-F238E27FC236}">
                    <a16:creationId xmlns:a16="http://schemas.microsoft.com/office/drawing/2014/main" id="{85FA03A0-90F3-D66A-3A85-D75A65EE8A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47521" y="4248504"/>
                <a:ext cx="890557" cy="692206"/>
              </a:xfrm>
              <a:prstGeom prst="rect">
                <a:avLst/>
              </a:prstGeom>
            </p:spPr>
          </p:pic>
          <p:pic>
            <p:nvPicPr>
              <p:cNvPr id="22" name="Imagem 21" descr="Uma imagem contendo desenho, placa&#10;&#10;O conteúdo gerado por IA pode estar incorreto.">
                <a:extLst>
                  <a:ext uri="{FF2B5EF4-FFF2-40B4-BE49-F238E27FC236}">
                    <a16:creationId xmlns:a16="http://schemas.microsoft.com/office/drawing/2014/main" id="{E8DE50C3-926D-9DB2-4E4D-21F60F8A64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38078" y="4229998"/>
                <a:ext cx="1492080" cy="71071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 [1792003058133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81C3410-55F6-4730-A0F4-15361F35D35F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bac3cc98-36b3-4846-ba28-8951a5afaf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507</TotalTime>
  <Words>4531</Words>
  <Application>Microsoft Office PowerPoint</Application>
  <PresentationFormat>Apresentação na tela (16:9)</PresentationFormat>
  <Paragraphs>496</Paragraphs>
  <Slides>38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5" baseType="lpstr">
      <vt:lpstr>Arial</vt:lpstr>
      <vt:lpstr>Montserrat Medium</vt:lpstr>
      <vt:lpstr>Montserrat </vt:lpstr>
      <vt:lpstr>Montserrat</vt:lpstr>
      <vt:lpstr>Montserrat SemiBold</vt:lpstr>
      <vt:lpstr>Montserrat ExtraBold</vt:lpstr>
      <vt:lpstr>Simple Light [1792003058133]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BRUNO HAEMING</cp:lastModifiedBy>
  <cp:revision>72</cp:revision>
  <dcterms:modified xsi:type="dcterms:W3CDTF">2026-10-27T19:56:56Z</dcterms:modified>
</cp:coreProperties>
</file>