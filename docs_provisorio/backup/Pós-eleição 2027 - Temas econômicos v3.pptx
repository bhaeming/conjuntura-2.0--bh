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35"/>
  </p:notesMasterIdLst>
  <p:sldIdLst>
    <p:sldId id="375" r:id="rId2"/>
    <p:sldId id="376" r:id="rId3"/>
    <p:sldId id="377" r:id="rId4"/>
    <p:sldId id="378" r:id="rId5"/>
    <p:sldId id="379" r:id="rId6"/>
    <p:sldId id="380" r:id="rId7"/>
    <p:sldId id="381" r:id="rId8"/>
    <p:sldId id="382" r:id="rId9"/>
    <p:sldId id="383" r:id="rId10"/>
    <p:sldId id="410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95" r:id="rId22"/>
    <p:sldId id="396" r:id="rId23"/>
    <p:sldId id="397" r:id="rId24"/>
    <p:sldId id="398" r:id="rId25"/>
    <p:sldId id="399" r:id="rId26"/>
    <p:sldId id="400" r:id="rId27"/>
    <p:sldId id="401" r:id="rId28"/>
    <p:sldId id="403" r:id="rId29"/>
    <p:sldId id="404" r:id="rId30"/>
    <p:sldId id="405" r:id="rId31"/>
    <p:sldId id="406" r:id="rId32"/>
    <p:sldId id="407" r:id="rId33"/>
    <p:sldId id="408" r:id="rId34"/>
  </p:sldIdLst>
  <p:sldSz cx="9144000" cy="5143500" type="screen16x9"/>
  <p:notesSz cx="6858000" cy="9144000"/>
  <p:embeddedFontLst>
    <p:embeddedFont>
      <p:font typeface="Montserrat" pitchFamily="2" charset="0"/>
      <p:regular r:id="rId36"/>
      <p:bold r:id="rId37"/>
    </p:embeddedFont>
    <p:embeddedFont>
      <p:font typeface="Montserrat ExtraBold" pitchFamily="2" charset="0"/>
      <p:bold r:id="rId38"/>
    </p:embeddedFont>
    <p:embeddedFont>
      <p:font typeface="Montserrat Medium" pitchFamily="2" charset="0"/>
      <p:regular r:id="rId39"/>
    </p:embeddedFont>
    <p:embeddedFont>
      <p:font typeface="Montserrat SemiBold" pitchFamily="2" charset="0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256">
          <p15:clr>
            <a:srgbClr val="747775"/>
          </p15:clr>
        </p15:guide>
        <p15:guide id="2" pos="5474">
          <p15:clr>
            <a:srgbClr val="747775"/>
          </p15:clr>
        </p15:guide>
        <p15:guide id="3" pos="2000">
          <p15:clr>
            <a:srgbClr val="747775"/>
          </p15:clr>
        </p15:guide>
        <p15:guide id="4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faell Gaspar Dutr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CA"/>
    <a:srgbClr val="7E9AE5"/>
    <a:srgbClr val="B9BEC8"/>
    <a:srgbClr val="E6F0FF"/>
    <a:srgbClr val="0077FC"/>
    <a:srgbClr val="BDD6FE"/>
    <a:srgbClr val="90BDFF"/>
    <a:srgbClr val="023098"/>
    <a:srgbClr val="333ED1"/>
    <a:srgbClr val="3E5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181578-EA3B-40E2-86F1-A86F07E80733}">
  <a:tblStyle styleId="{F2181578-EA3B-40E2-86F1-A86F07E8073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0FF"/>
          </a:solidFill>
        </a:fill>
      </a:tcStyle>
    </a:wholeTbl>
    <a:band1H>
      <a:tcTxStyle/>
      <a:tcStyle>
        <a:tcBdr/>
        <a:fill>
          <a:solidFill>
            <a:srgbClr val="CAE0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0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216" y="120"/>
      </p:cViewPr>
      <p:guideLst>
        <p:guide pos="2256"/>
        <p:guide pos="5474"/>
        <p:guide pos="200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9BEC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3.5</c:v>
                </c:pt>
                <c:pt idx="1">
                  <c:v>2.2999999999999998</c:v>
                </c:pt>
                <c:pt idx="2">
                  <c:v>1.2</c:v>
                </c:pt>
                <c:pt idx="3">
                  <c:v>5</c:v>
                </c:pt>
                <c:pt idx="4">
                  <c:v>2.5</c:v>
                </c:pt>
                <c:pt idx="5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25-4FCD-B23C-2520EC5794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2026*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3.1</c:v>
                </c:pt>
                <c:pt idx="1">
                  <c:v>2.2999999999999998</c:v>
                </c:pt>
                <c:pt idx="2">
                  <c:v>1.1000000000000001</c:v>
                </c:pt>
                <c:pt idx="3">
                  <c:v>4.5</c:v>
                </c:pt>
                <c:pt idx="4">
                  <c:v>2.2999999999999998</c:v>
                </c:pt>
                <c:pt idx="5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25-4FCD-B23C-2520EC57947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2027*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Sheet1!$D$2:$D$7</c:f>
              <c:numCache>
                <c:formatCode>0.0</c:formatCode>
                <c:ptCount val="6"/>
                <c:pt idx="0">
                  <c:v>3.4</c:v>
                </c:pt>
                <c:pt idx="1">
                  <c:v>2.2999999999999998</c:v>
                </c:pt>
                <c:pt idx="2">
                  <c:v>1.2</c:v>
                </c:pt>
                <c:pt idx="3">
                  <c:v>4</c:v>
                </c:pt>
                <c:pt idx="4">
                  <c:v>2.5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25-4FCD-B23C-2520EC5794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2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54F-477C-88BE-22B4E9BD6BF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Sheet1!$A$2:$A$34</c:f>
              <c:strCache>
                <c:ptCount val="33"/>
                <c:pt idx="0">
                  <c:v>jan/24</c:v>
                </c:pt>
                <c:pt idx="1">
                  <c:v>fev/24</c:v>
                </c:pt>
                <c:pt idx="2">
                  <c:v>mar/24</c:v>
                </c:pt>
                <c:pt idx="3">
                  <c:v>abr/24</c:v>
                </c:pt>
                <c:pt idx="4">
                  <c:v>mai/24</c:v>
                </c:pt>
                <c:pt idx="5">
                  <c:v>jun/24</c:v>
                </c:pt>
                <c:pt idx="6">
                  <c:v>jul/24</c:v>
                </c:pt>
                <c:pt idx="7">
                  <c:v>ago/24</c:v>
                </c:pt>
                <c:pt idx="8">
                  <c:v>set/24</c:v>
                </c:pt>
                <c:pt idx="9">
                  <c:v>out/24</c:v>
                </c:pt>
                <c:pt idx="10">
                  <c:v>nov/24</c:v>
                </c:pt>
                <c:pt idx="11">
                  <c:v>dez/24</c:v>
                </c:pt>
                <c:pt idx="12">
                  <c:v>jan/25</c:v>
                </c:pt>
                <c:pt idx="13">
                  <c:v>fev/25</c:v>
                </c:pt>
                <c:pt idx="14">
                  <c:v>mar/25</c:v>
                </c:pt>
                <c:pt idx="15">
                  <c:v>abr/25</c:v>
                </c:pt>
                <c:pt idx="16">
                  <c:v>mai/25</c:v>
                </c:pt>
                <c:pt idx="17">
                  <c:v>jun/25</c:v>
                </c:pt>
                <c:pt idx="18">
                  <c:v>jul/25</c:v>
                </c:pt>
                <c:pt idx="19">
                  <c:v>ago/25</c:v>
                </c:pt>
                <c:pt idx="20">
                  <c:v>set/25</c:v>
                </c:pt>
                <c:pt idx="21">
                  <c:v>out/25</c:v>
                </c:pt>
                <c:pt idx="22">
                  <c:v>nov/25</c:v>
                </c:pt>
                <c:pt idx="23">
                  <c:v>dez/25</c:v>
                </c:pt>
                <c:pt idx="24">
                  <c:v>jan/26</c:v>
                </c:pt>
                <c:pt idx="25">
                  <c:v>fev/26</c:v>
                </c:pt>
                <c:pt idx="26">
                  <c:v>mar/26</c:v>
                </c:pt>
                <c:pt idx="27">
                  <c:v>abr/26</c:v>
                </c:pt>
                <c:pt idx="28">
                  <c:v>mai/26</c:v>
                </c:pt>
                <c:pt idx="29">
                  <c:v>jun/26</c:v>
                </c:pt>
                <c:pt idx="30">
                  <c:v>jul/26</c:v>
                </c:pt>
                <c:pt idx="31">
                  <c:v>ago/26</c:v>
                </c:pt>
                <c:pt idx="32">
                  <c:v>set/26</c:v>
                </c:pt>
              </c:strCache>
            </c:strRef>
          </c:cat>
          <c:val>
            <c:numRef>
              <c:f>Sheet1!$B$2:$B$34</c:f>
              <c:numCache>
                <c:formatCode>0.0</c:formatCode>
                <c:ptCount val="33"/>
                <c:pt idx="0">
                  <c:v>79.11</c:v>
                </c:pt>
                <c:pt idx="1">
                  <c:v>81.8</c:v>
                </c:pt>
                <c:pt idx="2">
                  <c:v>84.96</c:v>
                </c:pt>
                <c:pt idx="3">
                  <c:v>88.97</c:v>
                </c:pt>
                <c:pt idx="4">
                  <c:v>83.05</c:v>
                </c:pt>
                <c:pt idx="5">
                  <c:v>82.92</c:v>
                </c:pt>
                <c:pt idx="6">
                  <c:v>84.05</c:v>
                </c:pt>
                <c:pt idx="7">
                  <c:v>79.02</c:v>
                </c:pt>
                <c:pt idx="8">
                  <c:v>73.06</c:v>
                </c:pt>
                <c:pt idx="9">
                  <c:v>75.27</c:v>
                </c:pt>
                <c:pt idx="10">
                  <c:v>73.510000000000005</c:v>
                </c:pt>
                <c:pt idx="11">
                  <c:v>73.23</c:v>
                </c:pt>
                <c:pt idx="12">
                  <c:v>78.19</c:v>
                </c:pt>
                <c:pt idx="13">
                  <c:v>75.19</c:v>
                </c:pt>
                <c:pt idx="14">
                  <c:v>71.739999999999995</c:v>
                </c:pt>
                <c:pt idx="15">
                  <c:v>66.930000000000007</c:v>
                </c:pt>
                <c:pt idx="16">
                  <c:v>64.09</c:v>
                </c:pt>
                <c:pt idx="17">
                  <c:v>69.849999999999994</c:v>
                </c:pt>
                <c:pt idx="18">
                  <c:v>69.56</c:v>
                </c:pt>
                <c:pt idx="19">
                  <c:v>67.239999999999995</c:v>
                </c:pt>
                <c:pt idx="20">
                  <c:v>67.61</c:v>
                </c:pt>
                <c:pt idx="21">
                  <c:v>63.98</c:v>
                </c:pt>
                <c:pt idx="22">
                  <c:v>63.69</c:v>
                </c:pt>
                <c:pt idx="23">
                  <c:v>61.81</c:v>
                </c:pt>
                <c:pt idx="24">
                  <c:v>64.59</c:v>
                </c:pt>
                <c:pt idx="25">
                  <c:v>69.41</c:v>
                </c:pt>
                <c:pt idx="26">
                  <c:v>99.41</c:v>
                </c:pt>
                <c:pt idx="27">
                  <c:v>102.81</c:v>
                </c:pt>
                <c:pt idx="28">
                  <c:v>103.84</c:v>
                </c:pt>
                <c:pt idx="29">
                  <c:v>84.49</c:v>
                </c:pt>
                <c:pt idx="30">
                  <c:v>83.73</c:v>
                </c:pt>
                <c:pt idx="31">
                  <c:v>88.07</c:v>
                </c:pt>
                <c:pt idx="32">
                  <c:v>102.02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4F-477C-88BE-22B4E9BD6B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3"/>
        <c:tickMarkSkip val="3"/>
        <c:noMultiLvlLbl val="0"/>
      </c:catAx>
      <c:valAx>
        <c:axId val="2140495176"/>
        <c:scaling>
          <c:orientation val="minMax"/>
          <c:max val="110"/>
          <c:min val="5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R$/US$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8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496-4C01-A132-0FD696EA80B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Sheet1!$A$2:$A$82</c:f>
              <c:strCache>
                <c:ptCount val="81"/>
                <c:pt idx="0">
                  <c:v>jan/20</c:v>
                </c:pt>
                <c:pt idx="1">
                  <c:v>fev/20</c:v>
                </c:pt>
                <c:pt idx="2">
                  <c:v>mar/20</c:v>
                </c:pt>
                <c:pt idx="3">
                  <c:v>abr/20</c:v>
                </c:pt>
                <c:pt idx="4">
                  <c:v>mai/20</c:v>
                </c:pt>
                <c:pt idx="5">
                  <c:v>jun/20</c:v>
                </c:pt>
                <c:pt idx="6">
                  <c:v>jul/20</c:v>
                </c:pt>
                <c:pt idx="7">
                  <c:v>ago/20</c:v>
                </c:pt>
                <c:pt idx="8">
                  <c:v>set/20</c:v>
                </c:pt>
                <c:pt idx="9">
                  <c:v>out/20</c:v>
                </c:pt>
                <c:pt idx="10">
                  <c:v>nov/20</c:v>
                </c:pt>
                <c:pt idx="11">
                  <c:v>dez/20</c:v>
                </c:pt>
                <c:pt idx="12">
                  <c:v>jan/21</c:v>
                </c:pt>
                <c:pt idx="13">
                  <c:v>fev/21</c:v>
                </c:pt>
                <c:pt idx="14">
                  <c:v>mar/21</c:v>
                </c:pt>
                <c:pt idx="15">
                  <c:v>abr/21</c:v>
                </c:pt>
                <c:pt idx="16">
                  <c:v>mai/21</c:v>
                </c:pt>
                <c:pt idx="17">
                  <c:v>jun/21</c:v>
                </c:pt>
                <c:pt idx="18">
                  <c:v>jul/21</c:v>
                </c:pt>
                <c:pt idx="19">
                  <c:v>ago/21</c:v>
                </c:pt>
                <c:pt idx="20">
                  <c:v>set/21</c:v>
                </c:pt>
                <c:pt idx="21">
                  <c:v>out/21</c:v>
                </c:pt>
                <c:pt idx="22">
                  <c:v>nov/21</c:v>
                </c:pt>
                <c:pt idx="23">
                  <c:v>dez/21</c:v>
                </c:pt>
                <c:pt idx="24">
                  <c:v>jan/22</c:v>
                </c:pt>
                <c:pt idx="25">
                  <c:v>fev/22</c:v>
                </c:pt>
                <c:pt idx="26">
                  <c:v>mar/22</c:v>
                </c:pt>
                <c:pt idx="27">
                  <c:v>abr/22</c:v>
                </c:pt>
                <c:pt idx="28">
                  <c:v>mai/22</c:v>
                </c:pt>
                <c:pt idx="29">
                  <c:v>jun/22</c:v>
                </c:pt>
                <c:pt idx="30">
                  <c:v>jul/22</c:v>
                </c:pt>
                <c:pt idx="31">
                  <c:v>ago/22</c:v>
                </c:pt>
                <c:pt idx="32">
                  <c:v>set/22</c:v>
                </c:pt>
                <c:pt idx="33">
                  <c:v>out/22</c:v>
                </c:pt>
                <c:pt idx="34">
                  <c:v>nov/22</c:v>
                </c:pt>
                <c:pt idx="35">
                  <c:v>dez/22</c:v>
                </c:pt>
                <c:pt idx="36">
                  <c:v>jan/23</c:v>
                </c:pt>
                <c:pt idx="37">
                  <c:v>fev/23</c:v>
                </c:pt>
                <c:pt idx="38">
                  <c:v>mar/23</c:v>
                </c:pt>
                <c:pt idx="39">
                  <c:v>abr/23</c:v>
                </c:pt>
                <c:pt idx="40">
                  <c:v>mai/23</c:v>
                </c:pt>
                <c:pt idx="41">
                  <c:v>jun/23</c:v>
                </c:pt>
                <c:pt idx="42">
                  <c:v>jul/23</c:v>
                </c:pt>
                <c:pt idx="43">
                  <c:v>ago/23</c:v>
                </c:pt>
                <c:pt idx="44">
                  <c:v>set/23</c:v>
                </c:pt>
                <c:pt idx="45">
                  <c:v>out/23</c:v>
                </c:pt>
                <c:pt idx="46">
                  <c:v>nov/23</c:v>
                </c:pt>
                <c:pt idx="47">
                  <c:v>dez/23</c:v>
                </c:pt>
                <c:pt idx="48">
                  <c:v>jan/24</c:v>
                </c:pt>
                <c:pt idx="49">
                  <c:v>fev/24</c:v>
                </c:pt>
                <c:pt idx="50">
                  <c:v>mar/24</c:v>
                </c:pt>
                <c:pt idx="51">
                  <c:v>abr/24</c:v>
                </c:pt>
                <c:pt idx="52">
                  <c:v>mai/24</c:v>
                </c:pt>
                <c:pt idx="53">
                  <c:v>jun/24</c:v>
                </c:pt>
                <c:pt idx="54">
                  <c:v>jul/24</c:v>
                </c:pt>
                <c:pt idx="55">
                  <c:v>ago/24</c:v>
                </c:pt>
                <c:pt idx="56">
                  <c:v>set/24</c:v>
                </c:pt>
                <c:pt idx="57">
                  <c:v>out/24</c:v>
                </c:pt>
                <c:pt idx="58">
                  <c:v>nov/24</c:v>
                </c:pt>
                <c:pt idx="59">
                  <c:v>dez/24</c:v>
                </c:pt>
                <c:pt idx="60">
                  <c:v>jan/25</c:v>
                </c:pt>
                <c:pt idx="61">
                  <c:v>fev/25</c:v>
                </c:pt>
                <c:pt idx="62">
                  <c:v>mar/25</c:v>
                </c:pt>
                <c:pt idx="63">
                  <c:v>abr/25</c:v>
                </c:pt>
                <c:pt idx="64">
                  <c:v>mai/25</c:v>
                </c:pt>
                <c:pt idx="65">
                  <c:v>jun/25</c:v>
                </c:pt>
                <c:pt idx="66">
                  <c:v>jul/25</c:v>
                </c:pt>
                <c:pt idx="67">
                  <c:v>ago/25</c:v>
                </c:pt>
                <c:pt idx="68">
                  <c:v>set/25</c:v>
                </c:pt>
                <c:pt idx="69">
                  <c:v>out/25</c:v>
                </c:pt>
                <c:pt idx="70">
                  <c:v>nov/25</c:v>
                </c:pt>
                <c:pt idx="71">
                  <c:v>dez/25</c:v>
                </c:pt>
                <c:pt idx="72">
                  <c:v>jan/26</c:v>
                </c:pt>
                <c:pt idx="73">
                  <c:v>fev/26</c:v>
                </c:pt>
                <c:pt idx="74">
                  <c:v>mar/26</c:v>
                </c:pt>
                <c:pt idx="75">
                  <c:v>abr/26</c:v>
                </c:pt>
                <c:pt idx="76">
                  <c:v>mai/26</c:v>
                </c:pt>
                <c:pt idx="77">
                  <c:v>jun/26</c:v>
                </c:pt>
                <c:pt idx="78">
                  <c:v>jul/26</c:v>
                </c:pt>
                <c:pt idx="79">
                  <c:v>ago/26</c:v>
                </c:pt>
                <c:pt idx="80">
                  <c:v>set/26</c:v>
                </c:pt>
              </c:strCache>
            </c:strRef>
          </c:cat>
          <c:val>
            <c:numRef>
              <c:f>Sheet1!$B$2:$B$82</c:f>
              <c:numCache>
                <c:formatCode>0.00</c:formatCode>
                <c:ptCount val="81"/>
                <c:pt idx="0">
                  <c:v>4.1494999999999997</c:v>
                </c:pt>
                <c:pt idx="1">
                  <c:v>4.3410000000000002</c:v>
                </c:pt>
                <c:pt idx="2">
                  <c:v>4.8838999999999997</c:v>
                </c:pt>
                <c:pt idx="3">
                  <c:v>5.3255999999999997</c:v>
                </c:pt>
                <c:pt idx="4">
                  <c:v>5.6433999999999997</c:v>
                </c:pt>
                <c:pt idx="5">
                  <c:v>5.1966000000000001</c:v>
                </c:pt>
                <c:pt idx="6">
                  <c:v>5.2801999999999998</c:v>
                </c:pt>
                <c:pt idx="7">
                  <c:v>5.4611999999999998</c:v>
                </c:pt>
                <c:pt idx="8">
                  <c:v>5.3994999999999997</c:v>
                </c:pt>
                <c:pt idx="9">
                  <c:v>5.6257999999999999</c:v>
                </c:pt>
                <c:pt idx="10">
                  <c:v>5.4177999999999997</c:v>
                </c:pt>
                <c:pt idx="11">
                  <c:v>5.1456</c:v>
                </c:pt>
                <c:pt idx="12">
                  <c:v>5.3562000000000003</c:v>
                </c:pt>
                <c:pt idx="13">
                  <c:v>5.4165000000000001</c:v>
                </c:pt>
                <c:pt idx="14">
                  <c:v>5.6460999999999997</c:v>
                </c:pt>
                <c:pt idx="15">
                  <c:v>5.5621</c:v>
                </c:pt>
                <c:pt idx="16">
                  <c:v>5.2911000000000001</c:v>
                </c:pt>
                <c:pt idx="17">
                  <c:v>5.0319000000000003</c:v>
                </c:pt>
                <c:pt idx="18">
                  <c:v>5.1566999999999998</c:v>
                </c:pt>
                <c:pt idx="19">
                  <c:v>5.2516999999999996</c:v>
                </c:pt>
                <c:pt idx="20">
                  <c:v>5.2797000000000001</c:v>
                </c:pt>
                <c:pt idx="21">
                  <c:v>5.54</c:v>
                </c:pt>
                <c:pt idx="22">
                  <c:v>5.5568999999999997</c:v>
                </c:pt>
                <c:pt idx="23">
                  <c:v>5.6513999999999998</c:v>
                </c:pt>
                <c:pt idx="24">
                  <c:v>5.5340999999999996</c:v>
                </c:pt>
                <c:pt idx="25">
                  <c:v>5.1966000000000001</c:v>
                </c:pt>
                <c:pt idx="26">
                  <c:v>4.9683999999999999</c:v>
                </c:pt>
                <c:pt idx="27">
                  <c:v>4.758</c:v>
                </c:pt>
                <c:pt idx="28">
                  <c:v>4.9550999999999998</c:v>
                </c:pt>
                <c:pt idx="29">
                  <c:v>5.0491999999999999</c:v>
                </c:pt>
                <c:pt idx="30">
                  <c:v>5.3681000000000001</c:v>
                </c:pt>
                <c:pt idx="31">
                  <c:v>5.1433</c:v>
                </c:pt>
                <c:pt idx="32">
                  <c:v>5.2370000000000001</c:v>
                </c:pt>
                <c:pt idx="33">
                  <c:v>5.2503000000000002</c:v>
                </c:pt>
                <c:pt idx="34">
                  <c:v>5.2747000000000002</c:v>
                </c:pt>
                <c:pt idx="35">
                  <c:v>5.2423999999999999</c:v>
                </c:pt>
                <c:pt idx="36">
                  <c:v>5.2007000000000003</c:v>
                </c:pt>
                <c:pt idx="37">
                  <c:v>5.1717000000000004</c:v>
                </c:pt>
                <c:pt idx="38">
                  <c:v>5.2115</c:v>
                </c:pt>
                <c:pt idx="39">
                  <c:v>5.0197000000000003</c:v>
                </c:pt>
                <c:pt idx="40">
                  <c:v>4.9828000000000001</c:v>
                </c:pt>
                <c:pt idx="41">
                  <c:v>4.8516000000000004</c:v>
                </c:pt>
                <c:pt idx="42">
                  <c:v>4.8007999999999997</c:v>
                </c:pt>
                <c:pt idx="43">
                  <c:v>4.9035000000000002</c:v>
                </c:pt>
                <c:pt idx="44">
                  <c:v>4.9370000000000003</c:v>
                </c:pt>
                <c:pt idx="45">
                  <c:v>5.0648</c:v>
                </c:pt>
                <c:pt idx="46">
                  <c:v>4.8982999999999999</c:v>
                </c:pt>
                <c:pt idx="47">
                  <c:v>4.8971999999999998</c:v>
                </c:pt>
                <c:pt idx="48">
                  <c:v>4.9143999999999997</c:v>
                </c:pt>
                <c:pt idx="49">
                  <c:v>4.9644000000000004</c:v>
                </c:pt>
                <c:pt idx="50">
                  <c:v>4.9801000000000002</c:v>
                </c:pt>
                <c:pt idx="51">
                  <c:v>5.1291000000000002</c:v>
                </c:pt>
                <c:pt idx="52">
                  <c:v>5.133</c:v>
                </c:pt>
                <c:pt idx="53">
                  <c:v>5.3890000000000002</c:v>
                </c:pt>
                <c:pt idx="54">
                  <c:v>5.5419999999999998</c:v>
                </c:pt>
                <c:pt idx="55">
                  <c:v>5.5526</c:v>
                </c:pt>
                <c:pt idx="56">
                  <c:v>5.5415999999999999</c:v>
                </c:pt>
                <c:pt idx="57">
                  <c:v>5.6241000000000003</c:v>
                </c:pt>
                <c:pt idx="58">
                  <c:v>5.8071000000000002</c:v>
                </c:pt>
                <c:pt idx="59">
                  <c:v>6.0970000000000004</c:v>
                </c:pt>
                <c:pt idx="60">
                  <c:v>6.0217999999999998</c:v>
                </c:pt>
                <c:pt idx="61">
                  <c:v>5.7656000000000001</c:v>
                </c:pt>
                <c:pt idx="62">
                  <c:v>5.7468000000000004</c:v>
                </c:pt>
                <c:pt idx="63">
                  <c:v>5.7836999999999996</c:v>
                </c:pt>
                <c:pt idx="64">
                  <c:v>5.6673999999999998</c:v>
                </c:pt>
                <c:pt idx="65">
                  <c:v>5.5471000000000004</c:v>
                </c:pt>
                <c:pt idx="66">
                  <c:v>5.5285000000000002</c:v>
                </c:pt>
                <c:pt idx="67">
                  <c:v>5.4469000000000003</c:v>
                </c:pt>
                <c:pt idx="68">
                  <c:v>5.3673999999999999</c:v>
                </c:pt>
                <c:pt idx="69">
                  <c:v>5.3855000000000004</c:v>
                </c:pt>
                <c:pt idx="70">
                  <c:v>5.3409000000000004</c:v>
                </c:pt>
                <c:pt idx="71">
                  <c:v>5.4531000000000001</c:v>
                </c:pt>
                <c:pt idx="72">
                  <c:v>5.3380000000000001</c:v>
                </c:pt>
                <c:pt idx="73">
                  <c:v>5.2005999999999997</c:v>
                </c:pt>
                <c:pt idx="74">
                  <c:v>5.2316000000000003</c:v>
                </c:pt>
                <c:pt idx="75">
                  <c:v>5.0331000000000001</c:v>
                </c:pt>
                <c:pt idx="76">
                  <c:v>4.9836999999999998</c:v>
                </c:pt>
                <c:pt idx="77">
                  <c:v>5.1276000000000002</c:v>
                </c:pt>
                <c:pt idx="78">
                  <c:v>5.1139000000000001</c:v>
                </c:pt>
                <c:pt idx="79">
                  <c:v>5.1532</c:v>
                </c:pt>
                <c:pt idx="80">
                  <c:v>5.1447000000000003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96-4C01-A132-0FD696EA80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  <c:max val="6.5"/>
          <c:min val="4"/>
        </c:scaling>
        <c:delete val="0"/>
        <c:axPos val="l"/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Importações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730-4199-B84C-9BDD02A9ABF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Sheet1!$B$2:$B$22</c:f>
              <c:numCache>
                <c:formatCode>0.0</c:formatCode>
                <c:ptCount val="21"/>
                <c:pt idx="0">
                  <c:v>2.1408025589999999</c:v>
                </c:pt>
                <c:pt idx="1">
                  <c:v>3.3906909860000001</c:v>
                </c:pt>
                <c:pt idx="2">
                  <c:v>4.9919358899999997</c:v>
                </c:pt>
                <c:pt idx="3">
                  <c:v>7.9647178170000004</c:v>
                </c:pt>
                <c:pt idx="4">
                  <c:v>7.1560004199999998</c:v>
                </c:pt>
                <c:pt idx="5">
                  <c:v>11.64293342</c:v>
                </c:pt>
                <c:pt idx="6">
                  <c:v>14.63738597</c:v>
                </c:pt>
                <c:pt idx="7">
                  <c:v>14.474777186000001</c:v>
                </c:pt>
                <c:pt idx="8">
                  <c:v>14.722583972000001</c:v>
                </c:pt>
                <c:pt idx="9">
                  <c:v>16.019608523999999</c:v>
                </c:pt>
                <c:pt idx="10">
                  <c:v>12.591717203</c:v>
                </c:pt>
                <c:pt idx="11">
                  <c:v>10.300472535000001</c:v>
                </c:pt>
                <c:pt idx="12">
                  <c:v>12.523863982</c:v>
                </c:pt>
                <c:pt idx="13">
                  <c:v>15.431113139000001</c:v>
                </c:pt>
                <c:pt idx="14">
                  <c:v>16.903030328</c:v>
                </c:pt>
                <c:pt idx="15">
                  <c:v>16.091194138999999</c:v>
                </c:pt>
                <c:pt idx="16">
                  <c:v>24.917515284</c:v>
                </c:pt>
                <c:pt idx="17">
                  <c:v>28.989937154</c:v>
                </c:pt>
                <c:pt idx="18">
                  <c:v>28.771535393000001</c:v>
                </c:pt>
                <c:pt idx="19">
                  <c:v>33.771587791999998</c:v>
                </c:pt>
                <c:pt idx="20">
                  <c:v>33.992553125999997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730-4199-B84C-9BDD02A9AB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Exportações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730-4199-B84C-9BDD02A9ABF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Sheet1!$C$2:$C$22</c:f>
              <c:numCache>
                <c:formatCode>0.0</c:formatCode>
                <c:ptCount val="21"/>
                <c:pt idx="0">
                  <c:v>5.5808382679999999</c:v>
                </c:pt>
                <c:pt idx="1">
                  <c:v>5.9939067619999999</c:v>
                </c:pt>
                <c:pt idx="2">
                  <c:v>7.427553648</c:v>
                </c:pt>
                <c:pt idx="3">
                  <c:v>8.2911228900000005</c:v>
                </c:pt>
                <c:pt idx="4">
                  <c:v>6.4064971789999996</c:v>
                </c:pt>
                <c:pt idx="5">
                  <c:v>7.554270271</c:v>
                </c:pt>
                <c:pt idx="6">
                  <c:v>8.9688046779999997</c:v>
                </c:pt>
                <c:pt idx="7">
                  <c:v>8.8655481100000006</c:v>
                </c:pt>
                <c:pt idx="8">
                  <c:v>8.6602695740000009</c:v>
                </c:pt>
                <c:pt idx="9">
                  <c:v>8.9634438000000003</c:v>
                </c:pt>
                <c:pt idx="10">
                  <c:v>7.6402146520000001</c:v>
                </c:pt>
                <c:pt idx="11">
                  <c:v>7.591469375</c:v>
                </c:pt>
                <c:pt idx="12">
                  <c:v>8.5066028070000002</c:v>
                </c:pt>
                <c:pt idx="13">
                  <c:v>9.2718324019999994</c:v>
                </c:pt>
                <c:pt idx="14">
                  <c:v>8.9518557760000004</c:v>
                </c:pt>
                <c:pt idx="15">
                  <c:v>8.1277040940000003</c:v>
                </c:pt>
                <c:pt idx="16">
                  <c:v>10.295984158</c:v>
                </c:pt>
                <c:pt idx="17">
                  <c:v>11.966468596</c:v>
                </c:pt>
                <c:pt idx="18">
                  <c:v>11.577616761</c:v>
                </c:pt>
                <c:pt idx="19">
                  <c:v>11.677214408999999</c:v>
                </c:pt>
                <c:pt idx="20">
                  <c:v>12.19657887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730-4199-B84C-9BDD02A9AB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Projeção (Focus)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2026*</c:v>
                </c:pt>
                <c:pt idx="10">
                  <c:v>2027*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9" formatCode="0.0">
                  <c:v>1.8</c:v>
                </c:pt>
                <c:pt idx="10" formatCode="0.0">
                  <c:v>1.3145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49-476E-AD5E-707F4B3FC5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Observado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2026*</c:v>
                </c:pt>
                <c:pt idx="10">
                  <c:v>2027*</c:v>
                </c:pt>
              </c:strCache>
            </c:strRef>
          </c:cat>
          <c:val>
            <c:numRef>
              <c:f>Sheet1!$C$2:$C$12</c:f>
              <c:numCache>
                <c:formatCode>0.0</c:formatCode>
                <c:ptCount val="11"/>
                <c:pt idx="0">
                  <c:v>1.3</c:v>
                </c:pt>
                <c:pt idx="1">
                  <c:v>1.8</c:v>
                </c:pt>
                <c:pt idx="2">
                  <c:v>1.2</c:v>
                </c:pt>
                <c:pt idx="3">
                  <c:v>-3.3</c:v>
                </c:pt>
                <c:pt idx="4">
                  <c:v>4.8</c:v>
                </c:pt>
                <c:pt idx="5">
                  <c:v>3</c:v>
                </c:pt>
                <c:pt idx="6">
                  <c:v>3.2</c:v>
                </c:pt>
                <c:pt idx="7">
                  <c:v>3.4</c:v>
                </c:pt>
                <c:pt idx="8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49-476E-AD5E-707F4B3FC5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Expectativa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dLbl>
              <c:idx val="2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9A1-4493-BAFB-C5EF670C68D3}"/>
                </c:ext>
              </c:extLst>
            </c:dLbl>
            <c:dLbl>
              <c:idx val="3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9A1-4493-BAFB-C5EF670C6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26" formatCode="0.0">
                  <c:v>1.8399891516317934</c:v>
                </c:pt>
                <c:pt idx="27" formatCode="0.0">
                  <c:v>1.7972399228593616</c:v>
                </c:pt>
                <c:pt idx="28" formatCode="0.0">
                  <c:v>1.6635934673817188</c:v>
                </c:pt>
                <c:pt idx="29" formatCode="0.0">
                  <c:v>1.4793992613158613</c:v>
                </c:pt>
                <c:pt idx="30" formatCode="0.0">
                  <c:v>1.3778595521577897</c:v>
                </c:pt>
                <c:pt idx="31" formatCode="0.0">
                  <c:v>1.3356419803984831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A1-4493-BAFB-C5EF670C68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Observado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dLbl>
              <c:idx val="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9A1-4493-BAFB-C5EF670C68D3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9A1-4493-BAFB-C5EF670C68D3}"/>
                </c:ext>
              </c:extLst>
            </c:dLbl>
            <c:dLbl>
              <c:idx val="2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9A1-4493-BAFB-C5EF670C6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Sheet1!$C$2:$C$33</c:f>
              <c:numCache>
                <c:formatCode>0.0</c:formatCode>
                <c:ptCount val="32"/>
                <c:pt idx="0">
                  <c:v>1.1000000000000001</c:v>
                </c:pt>
                <c:pt idx="1">
                  <c:v>-1.7</c:v>
                </c:pt>
                <c:pt idx="2">
                  <c:v>-2.8</c:v>
                </c:pt>
                <c:pt idx="3">
                  <c:v>-3.3</c:v>
                </c:pt>
                <c:pt idx="4">
                  <c:v>-2.9</c:v>
                </c:pt>
                <c:pt idx="5">
                  <c:v>2.4</c:v>
                </c:pt>
                <c:pt idx="6">
                  <c:v>4.3</c:v>
                </c:pt>
                <c:pt idx="7">
                  <c:v>4.8</c:v>
                </c:pt>
                <c:pt idx="8">
                  <c:v>4.7</c:v>
                </c:pt>
                <c:pt idx="9">
                  <c:v>2.7</c:v>
                </c:pt>
                <c:pt idx="10">
                  <c:v>2.7</c:v>
                </c:pt>
                <c:pt idx="11">
                  <c:v>3</c:v>
                </c:pt>
                <c:pt idx="12">
                  <c:v>3.8</c:v>
                </c:pt>
                <c:pt idx="13">
                  <c:v>3.8</c:v>
                </c:pt>
                <c:pt idx="14">
                  <c:v>3.3</c:v>
                </c:pt>
                <c:pt idx="15">
                  <c:v>3.2</c:v>
                </c:pt>
                <c:pt idx="16">
                  <c:v>2.8</c:v>
                </c:pt>
                <c:pt idx="17">
                  <c:v>2.7</c:v>
                </c:pt>
                <c:pt idx="18">
                  <c:v>3.1</c:v>
                </c:pt>
                <c:pt idx="19">
                  <c:v>3.4</c:v>
                </c:pt>
                <c:pt idx="20">
                  <c:v>3.6</c:v>
                </c:pt>
                <c:pt idx="21">
                  <c:v>3.3</c:v>
                </c:pt>
                <c:pt idx="22">
                  <c:v>2.7</c:v>
                </c:pt>
                <c:pt idx="23">
                  <c:v>2.2999999999999998</c:v>
                </c:pt>
                <c:pt idx="24">
                  <c:v>2</c:v>
                </c:pt>
                <c:pt idx="2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9A1-4493-BAFB-C5EF670C6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Potencial (2% a.a.)</c:v>
                </c:pt>
              </c:strCache>
            </c:strRef>
          </c:tx>
          <c:spPr>
            <a:ln w="15875">
              <a:solidFill>
                <a:srgbClr val="1E1E29"/>
              </a:solidFill>
              <a:prstDash val="sysDot"/>
            </a:ln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Sheet1!$D$2:$D$33</c:f>
              <c:numCache>
                <c:formatCode>0.0</c:formatCode>
                <c:ptCount val="3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9A1-4493-BAFB-C5EF670C6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Extrativa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8B9-41E1-9F30-352B2A74D52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-2.6</c:v>
                </c:pt>
                <c:pt idx="1">
                  <c:v>-2.2999999999999998</c:v>
                </c:pt>
                <c:pt idx="2">
                  <c:v>-2.1</c:v>
                </c:pt>
                <c:pt idx="3">
                  <c:v>-1.9</c:v>
                </c:pt>
                <c:pt idx="4">
                  <c:v>-0.1</c:v>
                </c:pt>
                <c:pt idx="5">
                  <c:v>1.3</c:v>
                </c:pt>
                <c:pt idx="6">
                  <c:v>2.2999999999999998</c:v>
                </c:pt>
                <c:pt idx="7">
                  <c:v>3.3</c:v>
                </c:pt>
                <c:pt idx="8">
                  <c:v>4.7</c:v>
                </c:pt>
                <c:pt idx="9">
                  <c:v>3.8</c:v>
                </c:pt>
                <c:pt idx="10">
                  <c:v>5.4</c:v>
                </c:pt>
                <c:pt idx="11">
                  <c:v>7.3</c:v>
                </c:pt>
                <c:pt idx="12">
                  <c:v>7.7</c:v>
                </c:pt>
                <c:pt idx="13">
                  <c:v>7.7</c:v>
                </c:pt>
                <c:pt idx="14">
                  <c:v>7.6</c:v>
                </c:pt>
                <c:pt idx="15">
                  <c:v>7.3</c:v>
                </c:pt>
                <c:pt idx="16">
                  <c:v>6.3</c:v>
                </c:pt>
                <c:pt idx="17">
                  <c:v>5.4</c:v>
                </c:pt>
                <c:pt idx="18">
                  <c:v>4.7</c:v>
                </c:pt>
                <c:pt idx="19">
                  <c:v>4.9000000000000004</c:v>
                </c:pt>
                <c:pt idx="20">
                  <c:v>3.8</c:v>
                </c:pt>
                <c:pt idx="21">
                  <c:v>3.6</c:v>
                </c:pt>
                <c:pt idx="22">
                  <c:v>2.1</c:v>
                </c:pt>
                <c:pt idx="23">
                  <c:v>0</c:v>
                </c:pt>
                <c:pt idx="24">
                  <c:v>-1</c:v>
                </c:pt>
                <c:pt idx="25">
                  <c:v>-1.7</c:v>
                </c:pt>
                <c:pt idx="26">
                  <c:v>-1.3</c:v>
                </c:pt>
                <c:pt idx="27">
                  <c:v>-0.5</c:v>
                </c:pt>
                <c:pt idx="28">
                  <c:v>0.3</c:v>
                </c:pt>
                <c:pt idx="29">
                  <c:v>0.5</c:v>
                </c:pt>
                <c:pt idx="30">
                  <c:v>1.1000000000000001</c:v>
                </c:pt>
                <c:pt idx="31">
                  <c:v>1.1000000000000001</c:v>
                </c:pt>
                <c:pt idx="32">
                  <c:v>1.8</c:v>
                </c:pt>
                <c:pt idx="33">
                  <c:v>2.8</c:v>
                </c:pt>
                <c:pt idx="34">
                  <c:v>3.6</c:v>
                </c:pt>
                <c:pt idx="35">
                  <c:v>4.9000000000000004</c:v>
                </c:pt>
                <c:pt idx="36">
                  <c:v>6.3</c:v>
                </c:pt>
                <c:pt idx="37">
                  <c:v>7.3</c:v>
                </c:pt>
                <c:pt idx="38">
                  <c:v>7.2</c:v>
                </c:pt>
                <c:pt idx="39">
                  <c:v>7.3</c:v>
                </c:pt>
                <c:pt idx="40">
                  <c:v>6.8</c:v>
                </c:pt>
                <c:pt idx="41">
                  <c:v>6.9</c:v>
                </c:pt>
                <c:pt idx="42">
                  <c:v>6.5</c:v>
                </c:pt>
                <c:pt idx="43">
                  <c:v>6.3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B9-41E1-9F30-352B2A74D5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Transformação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8B9-41E1-9F30-352B2A74D52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8B9-41E1-9F30-352B2A74D5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FC8-4BDA-A3B4-977446A379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FC8-4BDA-A3B4-977446A379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FC8-4BDA-A3B4-977446A379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-4.0999999999999996</c:v>
                </c:pt>
                <c:pt idx="1">
                  <c:v>-4.0999999999999996</c:v>
                </c:pt>
                <c:pt idx="2">
                  <c:v>-3.6</c:v>
                </c:pt>
                <c:pt idx="3">
                  <c:v>-3.6</c:v>
                </c:pt>
                <c:pt idx="4">
                  <c:v>-3.7</c:v>
                </c:pt>
                <c:pt idx="5">
                  <c:v>-3.6</c:v>
                </c:pt>
                <c:pt idx="6">
                  <c:v>-3.8</c:v>
                </c:pt>
                <c:pt idx="7">
                  <c:v>-3.7</c:v>
                </c:pt>
                <c:pt idx="8">
                  <c:v>-3.1</c:v>
                </c:pt>
                <c:pt idx="9">
                  <c:v>-2.4</c:v>
                </c:pt>
                <c:pt idx="10">
                  <c:v>-1.4</c:v>
                </c:pt>
                <c:pt idx="11">
                  <c:v>-1.1000000000000001</c:v>
                </c:pt>
                <c:pt idx="12">
                  <c:v>-0.1</c:v>
                </c:pt>
                <c:pt idx="13">
                  <c:v>0.8</c:v>
                </c:pt>
                <c:pt idx="14">
                  <c:v>0.8</c:v>
                </c:pt>
                <c:pt idx="15">
                  <c:v>2.6</c:v>
                </c:pt>
                <c:pt idx="16">
                  <c:v>3.5</c:v>
                </c:pt>
                <c:pt idx="17">
                  <c:v>3.8</c:v>
                </c:pt>
                <c:pt idx="18">
                  <c:v>5.2</c:v>
                </c:pt>
                <c:pt idx="19">
                  <c:v>5.5</c:v>
                </c:pt>
                <c:pt idx="20">
                  <c:v>6</c:v>
                </c:pt>
                <c:pt idx="21">
                  <c:v>6.8</c:v>
                </c:pt>
                <c:pt idx="22">
                  <c:v>7.3</c:v>
                </c:pt>
                <c:pt idx="23">
                  <c:v>7.5</c:v>
                </c:pt>
                <c:pt idx="24">
                  <c:v>7.5</c:v>
                </c:pt>
                <c:pt idx="25">
                  <c:v>7.5</c:v>
                </c:pt>
                <c:pt idx="26">
                  <c:v>8.4</c:v>
                </c:pt>
                <c:pt idx="27">
                  <c:v>7</c:v>
                </c:pt>
                <c:pt idx="28">
                  <c:v>6.6</c:v>
                </c:pt>
                <c:pt idx="29">
                  <c:v>6.6</c:v>
                </c:pt>
                <c:pt idx="30">
                  <c:v>5.8</c:v>
                </c:pt>
                <c:pt idx="31">
                  <c:v>5.3</c:v>
                </c:pt>
                <c:pt idx="32">
                  <c:v>5.0999999999999996</c:v>
                </c:pt>
                <c:pt idx="33">
                  <c:v>4.0999999999999996</c:v>
                </c:pt>
                <c:pt idx="34">
                  <c:v>3.2</c:v>
                </c:pt>
                <c:pt idx="35">
                  <c:v>2.7</c:v>
                </c:pt>
                <c:pt idx="36">
                  <c:v>1.5</c:v>
                </c:pt>
                <c:pt idx="37">
                  <c:v>0.5</c:v>
                </c:pt>
                <c:pt idx="38">
                  <c:v>-0.1</c:v>
                </c:pt>
                <c:pt idx="39">
                  <c:v>0</c:v>
                </c:pt>
                <c:pt idx="40">
                  <c:v>-0.4</c:v>
                </c:pt>
                <c:pt idx="41">
                  <c:v>-0.4</c:v>
                </c:pt>
                <c:pt idx="42">
                  <c:v>-0.7</c:v>
                </c:pt>
                <c:pt idx="43">
                  <c:v>-0.6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FC8-4BDA-A3B4-977446A379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11B-4494-8578-EE9097E6D7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100</c:v>
                </c:pt>
                <c:pt idx="1">
                  <c:v>102.9776905219357</c:v>
                </c:pt>
                <c:pt idx="2">
                  <c:v>102.98910863681994</c:v>
                </c:pt>
                <c:pt idx="3">
                  <c:v>103.82168201119455</c:v>
                </c:pt>
                <c:pt idx="4">
                  <c:v>102.31705817414654</c:v>
                </c:pt>
                <c:pt idx="5">
                  <c:v>102.28114555559118</c:v>
                </c:pt>
                <c:pt idx="6">
                  <c:v>102.79397175480042</c:v>
                </c:pt>
                <c:pt idx="7">
                  <c:v>102.39224990707172</c:v>
                </c:pt>
                <c:pt idx="8">
                  <c:v>102.41309820607729</c:v>
                </c:pt>
                <c:pt idx="9">
                  <c:v>102.74295485828802</c:v>
                </c:pt>
                <c:pt idx="10">
                  <c:v>103.49787905768886</c:v>
                </c:pt>
                <c:pt idx="11">
                  <c:v>104.78772645553242</c:v>
                </c:pt>
                <c:pt idx="12">
                  <c:v>104.35225973284408</c:v>
                </c:pt>
                <c:pt idx="13">
                  <c:v>104.54900494075716</c:v>
                </c:pt>
                <c:pt idx="14">
                  <c:v>104.57603680329146</c:v>
                </c:pt>
                <c:pt idx="15">
                  <c:v>104.51310231180364</c:v>
                </c:pt>
                <c:pt idx="16">
                  <c:v>105.47850742162484</c:v>
                </c:pt>
                <c:pt idx="17">
                  <c:v>106.4556603031904</c:v>
                </c:pt>
                <c:pt idx="18">
                  <c:v>106.95883654703819</c:v>
                </c:pt>
                <c:pt idx="19">
                  <c:v>107.08431593554269</c:v>
                </c:pt>
                <c:pt idx="20">
                  <c:v>107.93905623636357</c:v>
                </c:pt>
                <c:pt idx="21">
                  <c:v>108.15363288353153</c:v>
                </c:pt>
                <c:pt idx="22">
                  <c:v>107.9099964846591</c:v>
                </c:pt>
                <c:pt idx="23">
                  <c:v>107.26725551373575</c:v>
                </c:pt>
                <c:pt idx="24">
                  <c:v>107.9427324098346</c:v>
                </c:pt>
                <c:pt idx="25">
                  <c:v>108.46191199580358</c:v>
                </c:pt>
                <c:pt idx="26">
                  <c:v>109.91645795891057</c:v>
                </c:pt>
                <c:pt idx="27">
                  <c:v>109.40411126058885</c:v>
                </c:pt>
                <c:pt idx="28">
                  <c:v>108.77526582580192</c:v>
                </c:pt>
                <c:pt idx="29">
                  <c:v>108.71249116794328</c:v>
                </c:pt>
                <c:pt idx="30">
                  <c:v>108.49002273533479</c:v>
                </c:pt>
                <c:pt idx="31">
                  <c:v>108.7290539277666</c:v>
                </c:pt>
                <c:pt idx="32">
                  <c:v>108.60235580783961</c:v>
                </c:pt>
                <c:pt idx="33">
                  <c:v>108.62570150730105</c:v>
                </c:pt>
                <c:pt idx="34">
                  <c:v>109.13995621957105</c:v>
                </c:pt>
                <c:pt idx="35">
                  <c:v>109.36194515129203</c:v>
                </c:pt>
                <c:pt idx="36">
                  <c:v>110.03715232814164</c:v>
                </c:pt>
                <c:pt idx="37">
                  <c:v>110.7096123644898</c:v>
                </c:pt>
                <c:pt idx="38">
                  <c:v>110.54248632598329</c:v>
                </c:pt>
                <c:pt idx="39">
                  <c:v>110.92707600658476</c:v>
                </c:pt>
                <c:pt idx="40">
                  <c:v>111.13492965172551</c:v>
                </c:pt>
                <c:pt idx="41">
                  <c:v>110.2587516653915</c:v>
                </c:pt>
                <c:pt idx="42">
                  <c:v>109.91746690869475</c:v>
                </c:pt>
                <c:pt idx="43">
                  <c:v>110.29143764255787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1B-4494-8578-EE9097E6D7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11B-4494-8578-EE9097E6D7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100</c:v>
                </c:pt>
                <c:pt idx="1">
                  <c:v>102.38359761640238</c:v>
                </c:pt>
                <c:pt idx="2">
                  <c:v>102.44419755580245</c:v>
                </c:pt>
                <c:pt idx="3">
                  <c:v>104.68639531360469</c:v>
                </c:pt>
                <c:pt idx="4">
                  <c:v>102.69669730330271</c:v>
                </c:pt>
                <c:pt idx="5">
                  <c:v>103.17139682860316</c:v>
                </c:pt>
                <c:pt idx="6">
                  <c:v>102.95929704070295</c:v>
                </c:pt>
                <c:pt idx="7">
                  <c:v>104.25209574790424</c:v>
                </c:pt>
                <c:pt idx="8">
                  <c:v>104.47429552570446</c:v>
                </c:pt>
                <c:pt idx="9">
                  <c:v>104.16119583880415</c:v>
                </c:pt>
                <c:pt idx="10">
                  <c:v>104.24199575800424</c:v>
                </c:pt>
                <c:pt idx="11">
                  <c:v>105.90849409150591</c:v>
                </c:pt>
                <c:pt idx="12">
                  <c:v>105.15099484900514</c:v>
                </c:pt>
                <c:pt idx="13">
                  <c:v>105.42369457630541</c:v>
                </c:pt>
                <c:pt idx="14">
                  <c:v>105.92869407130591</c:v>
                </c:pt>
                <c:pt idx="15">
                  <c:v>107.36289263710736</c:v>
                </c:pt>
                <c:pt idx="16">
                  <c:v>107.78709221290779</c:v>
                </c:pt>
                <c:pt idx="17">
                  <c:v>108.09009190990808</c:v>
                </c:pt>
                <c:pt idx="18">
                  <c:v>109.54449045550953</c:v>
                </c:pt>
                <c:pt idx="19">
                  <c:v>109.71619028380969</c:v>
                </c:pt>
                <c:pt idx="20">
                  <c:v>110.4029895970104</c:v>
                </c:pt>
                <c:pt idx="21">
                  <c:v>111.06958893041106</c:v>
                </c:pt>
                <c:pt idx="22">
                  <c:v>111.21098878901121</c:v>
                </c:pt>
                <c:pt idx="23">
                  <c:v>110.48378951621048</c:v>
                </c:pt>
                <c:pt idx="24">
                  <c:v>113.43298656701344</c:v>
                </c:pt>
                <c:pt idx="25">
                  <c:v>112.47348752651247</c:v>
                </c:pt>
                <c:pt idx="26">
                  <c:v>115.23078476921522</c:v>
                </c:pt>
                <c:pt idx="27">
                  <c:v>112.64518735481263</c:v>
                </c:pt>
                <c:pt idx="28">
                  <c:v>112.05938794061205</c:v>
                </c:pt>
                <c:pt idx="29">
                  <c:v>112.32198767801232</c:v>
                </c:pt>
                <c:pt idx="30">
                  <c:v>112.73608726391274</c:v>
                </c:pt>
                <c:pt idx="31">
                  <c:v>111.63518836481163</c:v>
                </c:pt>
                <c:pt idx="32">
                  <c:v>113.42288657711342</c:v>
                </c:pt>
                <c:pt idx="33">
                  <c:v>113.25118674881325</c:v>
                </c:pt>
                <c:pt idx="34">
                  <c:v>113.66528633471367</c:v>
                </c:pt>
                <c:pt idx="35">
                  <c:v>113.63498636501363</c:v>
                </c:pt>
                <c:pt idx="36">
                  <c:v>114.18038581961416</c:v>
                </c:pt>
                <c:pt idx="37">
                  <c:v>114.6045853954146</c:v>
                </c:pt>
                <c:pt idx="38">
                  <c:v>114.67528532471466</c:v>
                </c:pt>
                <c:pt idx="39">
                  <c:v>114.82678517321483</c:v>
                </c:pt>
                <c:pt idx="40">
                  <c:v>115.56408443591557</c:v>
                </c:pt>
                <c:pt idx="41">
                  <c:v>115.71558428441571</c:v>
                </c:pt>
                <c:pt idx="42">
                  <c:v>114.40258559741439</c:v>
                </c:pt>
                <c:pt idx="43">
                  <c:v>114.40258559741439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11B-4494-8578-EE9097E6D7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20"/>
          <c:min val="95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D5A-40E1-82E5-80961D8B3D9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Sheet1!$B$2:$B$59</c:f>
              <c:numCache>
                <c:formatCode>0.0</c:formatCode>
                <c:ptCount val="58"/>
                <c:pt idx="0">
                  <c:v>8</c:v>
                </c:pt>
                <c:pt idx="1">
                  <c:v>7.6</c:v>
                </c:pt>
                <c:pt idx="2">
                  <c:v>7.1</c:v>
                </c:pt>
                <c:pt idx="3">
                  <c:v>6.9</c:v>
                </c:pt>
                <c:pt idx="4">
                  <c:v>8</c:v>
                </c:pt>
                <c:pt idx="5">
                  <c:v>7.5</c:v>
                </c:pt>
                <c:pt idx="6">
                  <c:v>7</c:v>
                </c:pt>
                <c:pt idx="7">
                  <c:v>6.2</c:v>
                </c:pt>
                <c:pt idx="8">
                  <c:v>7.2</c:v>
                </c:pt>
                <c:pt idx="9">
                  <c:v>6.9</c:v>
                </c:pt>
                <c:pt idx="10">
                  <c:v>6.8</c:v>
                </c:pt>
                <c:pt idx="11">
                  <c:v>6.6</c:v>
                </c:pt>
                <c:pt idx="12">
                  <c:v>8</c:v>
                </c:pt>
                <c:pt idx="13">
                  <c:v>8.4</c:v>
                </c:pt>
                <c:pt idx="14">
                  <c:v>9</c:v>
                </c:pt>
                <c:pt idx="15">
                  <c:v>9.1</c:v>
                </c:pt>
                <c:pt idx="16">
                  <c:v>11</c:v>
                </c:pt>
                <c:pt idx="17">
                  <c:v>11.4</c:v>
                </c:pt>
                <c:pt idx="18">
                  <c:v>11.9</c:v>
                </c:pt>
                <c:pt idx="19">
                  <c:v>12.1</c:v>
                </c:pt>
                <c:pt idx="20">
                  <c:v>13.9</c:v>
                </c:pt>
                <c:pt idx="21">
                  <c:v>13.1</c:v>
                </c:pt>
                <c:pt idx="22">
                  <c:v>12.5</c:v>
                </c:pt>
                <c:pt idx="23">
                  <c:v>11.9</c:v>
                </c:pt>
                <c:pt idx="24">
                  <c:v>13.2</c:v>
                </c:pt>
                <c:pt idx="25">
                  <c:v>12.6</c:v>
                </c:pt>
                <c:pt idx="26">
                  <c:v>12</c:v>
                </c:pt>
                <c:pt idx="27">
                  <c:v>11.7</c:v>
                </c:pt>
                <c:pt idx="28">
                  <c:v>12.8</c:v>
                </c:pt>
                <c:pt idx="29">
                  <c:v>12.1</c:v>
                </c:pt>
                <c:pt idx="30">
                  <c:v>11.9</c:v>
                </c:pt>
                <c:pt idx="31">
                  <c:v>11.1</c:v>
                </c:pt>
                <c:pt idx="32">
                  <c:v>12.4</c:v>
                </c:pt>
                <c:pt idx="33">
                  <c:v>13.6</c:v>
                </c:pt>
                <c:pt idx="34">
                  <c:v>14.9</c:v>
                </c:pt>
                <c:pt idx="35">
                  <c:v>14.2</c:v>
                </c:pt>
                <c:pt idx="36">
                  <c:v>14.9</c:v>
                </c:pt>
                <c:pt idx="37">
                  <c:v>14.2</c:v>
                </c:pt>
                <c:pt idx="38">
                  <c:v>12.7</c:v>
                </c:pt>
                <c:pt idx="39">
                  <c:v>11.1</c:v>
                </c:pt>
                <c:pt idx="40">
                  <c:v>11.1</c:v>
                </c:pt>
                <c:pt idx="41">
                  <c:v>9.3000000000000007</c:v>
                </c:pt>
                <c:pt idx="42">
                  <c:v>8.6999999999999993</c:v>
                </c:pt>
                <c:pt idx="43">
                  <c:v>7.9</c:v>
                </c:pt>
                <c:pt idx="44">
                  <c:v>8.8000000000000007</c:v>
                </c:pt>
                <c:pt idx="45">
                  <c:v>8</c:v>
                </c:pt>
                <c:pt idx="46">
                  <c:v>7.7</c:v>
                </c:pt>
                <c:pt idx="47">
                  <c:v>7.4</c:v>
                </c:pt>
                <c:pt idx="48">
                  <c:v>7.9</c:v>
                </c:pt>
                <c:pt idx="49">
                  <c:v>6.9</c:v>
                </c:pt>
                <c:pt idx="50">
                  <c:v>6.4</c:v>
                </c:pt>
                <c:pt idx="51">
                  <c:v>6.2</c:v>
                </c:pt>
                <c:pt idx="52">
                  <c:v>7</c:v>
                </c:pt>
                <c:pt idx="53">
                  <c:v>5.8</c:v>
                </c:pt>
                <c:pt idx="54">
                  <c:v>5.6</c:v>
                </c:pt>
                <c:pt idx="55">
                  <c:v>5.0999999999999996</c:v>
                </c:pt>
                <c:pt idx="56">
                  <c:v>6.1</c:v>
                </c:pt>
                <c:pt idx="57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5A-40E1-82E5-80961D8B3D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D5A-40E1-82E5-80961D8B3D9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Sheet1!$C$2:$C$59</c:f>
              <c:numCache>
                <c:formatCode>0.0</c:formatCode>
                <c:ptCount val="58"/>
                <c:pt idx="0">
                  <c:v>4.0999999999999996</c:v>
                </c:pt>
                <c:pt idx="1">
                  <c:v>3.8</c:v>
                </c:pt>
                <c:pt idx="2">
                  <c:v>3.2</c:v>
                </c:pt>
                <c:pt idx="3">
                  <c:v>2.7</c:v>
                </c:pt>
                <c:pt idx="4">
                  <c:v>3.7</c:v>
                </c:pt>
                <c:pt idx="5">
                  <c:v>3.5</c:v>
                </c:pt>
                <c:pt idx="6">
                  <c:v>2.8</c:v>
                </c:pt>
                <c:pt idx="7">
                  <c:v>2.6</c:v>
                </c:pt>
                <c:pt idx="8">
                  <c:v>3.1</c:v>
                </c:pt>
                <c:pt idx="9">
                  <c:v>2.8</c:v>
                </c:pt>
                <c:pt idx="10">
                  <c:v>3</c:v>
                </c:pt>
                <c:pt idx="11">
                  <c:v>2.7</c:v>
                </c:pt>
                <c:pt idx="12">
                  <c:v>3.9</c:v>
                </c:pt>
                <c:pt idx="13">
                  <c:v>4</c:v>
                </c:pt>
                <c:pt idx="14">
                  <c:v>4.4000000000000004</c:v>
                </c:pt>
                <c:pt idx="15">
                  <c:v>4.3</c:v>
                </c:pt>
                <c:pt idx="16">
                  <c:v>6.1</c:v>
                </c:pt>
                <c:pt idx="17">
                  <c:v>6.8</c:v>
                </c:pt>
                <c:pt idx="18">
                  <c:v>6.4</c:v>
                </c:pt>
                <c:pt idx="19">
                  <c:v>6.2</c:v>
                </c:pt>
                <c:pt idx="20">
                  <c:v>7.9</c:v>
                </c:pt>
                <c:pt idx="21">
                  <c:v>7.5</c:v>
                </c:pt>
                <c:pt idx="22">
                  <c:v>6.8</c:v>
                </c:pt>
                <c:pt idx="23">
                  <c:v>6.4</c:v>
                </c:pt>
                <c:pt idx="24">
                  <c:v>6.6</c:v>
                </c:pt>
                <c:pt idx="25">
                  <c:v>6.6</c:v>
                </c:pt>
                <c:pt idx="26">
                  <c:v>6.2</c:v>
                </c:pt>
                <c:pt idx="27">
                  <c:v>6.4</c:v>
                </c:pt>
                <c:pt idx="28">
                  <c:v>7.3</c:v>
                </c:pt>
                <c:pt idx="29">
                  <c:v>6.1</c:v>
                </c:pt>
                <c:pt idx="30">
                  <c:v>5.8</c:v>
                </c:pt>
                <c:pt idx="31">
                  <c:v>5.5</c:v>
                </c:pt>
                <c:pt idx="32">
                  <c:v>5.8</c:v>
                </c:pt>
                <c:pt idx="33">
                  <c:v>7.2</c:v>
                </c:pt>
                <c:pt idx="34">
                  <c:v>6.7</c:v>
                </c:pt>
                <c:pt idx="35">
                  <c:v>5.4</c:v>
                </c:pt>
                <c:pt idx="36">
                  <c:v>6.4</c:v>
                </c:pt>
                <c:pt idx="37">
                  <c:v>5.9</c:v>
                </c:pt>
                <c:pt idx="38">
                  <c:v>5.3</c:v>
                </c:pt>
                <c:pt idx="39">
                  <c:v>4.4000000000000004</c:v>
                </c:pt>
                <c:pt idx="40">
                  <c:v>4.5999999999999996</c:v>
                </c:pt>
                <c:pt idx="41">
                  <c:v>4</c:v>
                </c:pt>
                <c:pt idx="42">
                  <c:v>3.8</c:v>
                </c:pt>
                <c:pt idx="43">
                  <c:v>3.3</c:v>
                </c:pt>
                <c:pt idx="44">
                  <c:v>3.9</c:v>
                </c:pt>
                <c:pt idx="45">
                  <c:v>3.5</c:v>
                </c:pt>
                <c:pt idx="46">
                  <c:v>3.6</c:v>
                </c:pt>
                <c:pt idx="47">
                  <c:v>3.2</c:v>
                </c:pt>
                <c:pt idx="48">
                  <c:v>3.9</c:v>
                </c:pt>
                <c:pt idx="49">
                  <c:v>3.2</c:v>
                </c:pt>
                <c:pt idx="50">
                  <c:v>2.8</c:v>
                </c:pt>
                <c:pt idx="51">
                  <c:v>2.7</c:v>
                </c:pt>
                <c:pt idx="52">
                  <c:v>3</c:v>
                </c:pt>
                <c:pt idx="53">
                  <c:v>2.2000000000000002</c:v>
                </c:pt>
                <c:pt idx="54">
                  <c:v>2.2999999999999998</c:v>
                </c:pt>
                <c:pt idx="55">
                  <c:v>2.2000000000000002</c:v>
                </c:pt>
                <c:pt idx="56">
                  <c:v>2.7</c:v>
                </c:pt>
                <c:pt idx="57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D5A-40E1-82E5-80961D8B3D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8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Limite inferior</c:v>
                </c:pt>
              </c:strCache>
            </c:strRef>
          </c:tx>
          <c:spPr>
            <a:noFill/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Sheet1!$B$2:$B$59</c:f>
              <c:numCache>
                <c:formatCode>0.00</c:formatCode>
                <c:ptCount val="5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1.75</c:v>
                </c:pt>
                <c:pt idx="13">
                  <c:v>1.75</c:v>
                </c:pt>
                <c:pt idx="14">
                  <c:v>1.75</c:v>
                </c:pt>
                <c:pt idx="15">
                  <c:v>1.75</c:v>
                </c:pt>
                <c:pt idx="16">
                  <c:v>1.75</c:v>
                </c:pt>
                <c:pt idx="17">
                  <c:v>1.75</c:v>
                </c:pt>
                <c:pt idx="18">
                  <c:v>1.75</c:v>
                </c:pt>
                <c:pt idx="19">
                  <c:v>1.75</c:v>
                </c:pt>
                <c:pt idx="20">
                  <c:v>1.75</c:v>
                </c:pt>
                <c:pt idx="21">
                  <c:v>1.75</c:v>
                </c:pt>
                <c:pt idx="22">
                  <c:v>1.75</c:v>
                </c:pt>
                <c:pt idx="23">
                  <c:v>1.75</c:v>
                </c:pt>
                <c:pt idx="24">
                  <c:v>1.5</c:v>
                </c:pt>
                <c:pt idx="25">
                  <c:v>1.5</c:v>
                </c:pt>
                <c:pt idx="26">
                  <c:v>1.5</c:v>
                </c:pt>
                <c:pt idx="27">
                  <c:v>1.5</c:v>
                </c:pt>
                <c:pt idx="28">
                  <c:v>1.5</c:v>
                </c:pt>
                <c:pt idx="29">
                  <c:v>1.5</c:v>
                </c:pt>
                <c:pt idx="30">
                  <c:v>1.5</c:v>
                </c:pt>
                <c:pt idx="31">
                  <c:v>1.5</c:v>
                </c:pt>
                <c:pt idx="32">
                  <c:v>1.5</c:v>
                </c:pt>
                <c:pt idx="33">
                  <c:v>1.5</c:v>
                </c:pt>
                <c:pt idx="34">
                  <c:v>1.5</c:v>
                </c:pt>
                <c:pt idx="35">
                  <c:v>1.5</c:v>
                </c:pt>
                <c:pt idx="36">
                  <c:v>1.5</c:v>
                </c:pt>
                <c:pt idx="37">
                  <c:v>1.5</c:v>
                </c:pt>
                <c:pt idx="38">
                  <c:v>1.5</c:v>
                </c:pt>
                <c:pt idx="39">
                  <c:v>1.5</c:v>
                </c:pt>
                <c:pt idx="40">
                  <c:v>1.5</c:v>
                </c:pt>
                <c:pt idx="41">
                  <c:v>1.5</c:v>
                </c:pt>
                <c:pt idx="42">
                  <c:v>1.5</c:v>
                </c:pt>
                <c:pt idx="43">
                  <c:v>1.5</c:v>
                </c:pt>
                <c:pt idx="44">
                  <c:v>1.5</c:v>
                </c:pt>
                <c:pt idx="45">
                  <c:v>1.5</c:v>
                </c:pt>
                <c:pt idx="46">
                  <c:v>1.5</c:v>
                </c:pt>
                <c:pt idx="47">
                  <c:v>1.5</c:v>
                </c:pt>
                <c:pt idx="48">
                  <c:v>1.5</c:v>
                </c:pt>
                <c:pt idx="49">
                  <c:v>1.5</c:v>
                </c:pt>
                <c:pt idx="50">
                  <c:v>1.5</c:v>
                </c:pt>
                <c:pt idx="51">
                  <c:v>1.5</c:v>
                </c:pt>
                <c:pt idx="52">
                  <c:v>1.5</c:v>
                </c:pt>
                <c:pt idx="53">
                  <c:v>1.5</c:v>
                </c:pt>
                <c:pt idx="54">
                  <c:v>1.5</c:v>
                </c:pt>
                <c:pt idx="55">
                  <c:v>1.5</c:v>
                </c:pt>
                <c:pt idx="56">
                  <c:v>1.5</c:v>
                </c:pt>
                <c:pt idx="57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39-4E8F-BC1E-18BD48F806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Intervalo de tolerância</c:v>
                </c:pt>
              </c:strCache>
            </c:strRef>
          </c:tx>
          <c:spPr>
            <a:solidFill>
              <a:srgbClr val="E4E7EC"/>
            </a:solidFill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Sheet1!$C$2:$C$59</c:f>
              <c:numCache>
                <c:formatCode>0.00</c:formatCode>
                <c:ptCount val="5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39-4E8F-BC1E-18BD48F806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8791784"/>
        <c:axId val="2140495176"/>
      </c:area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Meta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Sheet1!$D$2:$D$59</c:f>
              <c:numCache>
                <c:formatCode>0.00</c:formatCode>
                <c:ptCount val="58"/>
                <c:pt idx="0">
                  <c:v>3.5</c:v>
                </c:pt>
                <c:pt idx="1">
                  <c:v>3.5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3.5</c:v>
                </c:pt>
                <c:pt idx="6">
                  <c:v>3.5</c:v>
                </c:pt>
                <c:pt idx="7">
                  <c:v>3.5</c:v>
                </c:pt>
                <c:pt idx="8">
                  <c:v>3.5</c:v>
                </c:pt>
                <c:pt idx="9">
                  <c:v>3.5</c:v>
                </c:pt>
                <c:pt idx="10">
                  <c:v>3.5</c:v>
                </c:pt>
                <c:pt idx="11">
                  <c:v>3.5</c:v>
                </c:pt>
                <c:pt idx="12">
                  <c:v>3.25</c:v>
                </c:pt>
                <c:pt idx="13">
                  <c:v>3.25</c:v>
                </c:pt>
                <c:pt idx="14">
                  <c:v>3.25</c:v>
                </c:pt>
                <c:pt idx="15">
                  <c:v>3.25</c:v>
                </c:pt>
                <c:pt idx="16">
                  <c:v>3.25</c:v>
                </c:pt>
                <c:pt idx="17">
                  <c:v>3.25</c:v>
                </c:pt>
                <c:pt idx="18">
                  <c:v>3.25</c:v>
                </c:pt>
                <c:pt idx="19">
                  <c:v>3.25</c:v>
                </c:pt>
                <c:pt idx="20">
                  <c:v>3.25</c:v>
                </c:pt>
                <c:pt idx="21">
                  <c:v>3.25</c:v>
                </c:pt>
                <c:pt idx="22">
                  <c:v>3.25</c:v>
                </c:pt>
                <c:pt idx="23">
                  <c:v>3.25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D39-4E8F-BC1E-18BD48F806B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IPCA 12 meses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D39-4E8F-BC1E-18BD48F806B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Sheet1!$E$2:$E$59</c:f>
              <c:numCache>
                <c:formatCode>0.00</c:formatCode>
                <c:ptCount val="58"/>
                <c:pt idx="0">
                  <c:v>10.38</c:v>
                </c:pt>
                <c:pt idx="1">
                  <c:v>10.54</c:v>
                </c:pt>
                <c:pt idx="2">
                  <c:v>11.3</c:v>
                </c:pt>
                <c:pt idx="3">
                  <c:v>12.13</c:v>
                </c:pt>
                <c:pt idx="4">
                  <c:v>11.73</c:v>
                </c:pt>
                <c:pt idx="5">
                  <c:v>11.89</c:v>
                </c:pt>
                <c:pt idx="6">
                  <c:v>10.07</c:v>
                </c:pt>
                <c:pt idx="7">
                  <c:v>8.73</c:v>
                </c:pt>
                <c:pt idx="8">
                  <c:v>7.17</c:v>
                </c:pt>
                <c:pt idx="9">
                  <c:v>6.47</c:v>
                </c:pt>
                <c:pt idx="10">
                  <c:v>5.9</c:v>
                </c:pt>
                <c:pt idx="11">
                  <c:v>5.79</c:v>
                </c:pt>
                <c:pt idx="12">
                  <c:v>5.77</c:v>
                </c:pt>
                <c:pt idx="13">
                  <c:v>5.6</c:v>
                </c:pt>
                <c:pt idx="14">
                  <c:v>4.6500000000000004</c:v>
                </c:pt>
                <c:pt idx="15">
                  <c:v>4.18</c:v>
                </c:pt>
                <c:pt idx="16">
                  <c:v>3.94</c:v>
                </c:pt>
                <c:pt idx="17">
                  <c:v>3.16</c:v>
                </c:pt>
                <c:pt idx="18">
                  <c:v>3.99</c:v>
                </c:pt>
                <c:pt idx="19">
                  <c:v>4.6100000000000003</c:v>
                </c:pt>
                <c:pt idx="20">
                  <c:v>5.19</c:v>
                </c:pt>
                <c:pt idx="21">
                  <c:v>4.82</c:v>
                </c:pt>
                <c:pt idx="22">
                  <c:v>4.68</c:v>
                </c:pt>
                <c:pt idx="23">
                  <c:v>4.62</c:v>
                </c:pt>
                <c:pt idx="24">
                  <c:v>4.51</c:v>
                </c:pt>
                <c:pt idx="25">
                  <c:v>4.5</c:v>
                </c:pt>
                <c:pt idx="26">
                  <c:v>3.93</c:v>
                </c:pt>
                <c:pt idx="27">
                  <c:v>3.69</c:v>
                </c:pt>
                <c:pt idx="28">
                  <c:v>3.93</c:v>
                </c:pt>
                <c:pt idx="29">
                  <c:v>4.2300000000000004</c:v>
                </c:pt>
                <c:pt idx="30">
                  <c:v>4.5</c:v>
                </c:pt>
                <c:pt idx="31">
                  <c:v>4.24</c:v>
                </c:pt>
                <c:pt idx="32">
                  <c:v>4.42</c:v>
                </c:pt>
                <c:pt idx="33">
                  <c:v>4.76</c:v>
                </c:pt>
                <c:pt idx="34">
                  <c:v>4.87</c:v>
                </c:pt>
                <c:pt idx="35">
                  <c:v>4.83</c:v>
                </c:pt>
                <c:pt idx="36">
                  <c:v>4.5599999999999996</c:v>
                </c:pt>
                <c:pt idx="37">
                  <c:v>5.0599999999999996</c:v>
                </c:pt>
                <c:pt idx="38">
                  <c:v>5.48</c:v>
                </c:pt>
                <c:pt idx="39">
                  <c:v>5.53</c:v>
                </c:pt>
                <c:pt idx="40">
                  <c:v>5.32</c:v>
                </c:pt>
                <c:pt idx="41">
                  <c:v>5.35</c:v>
                </c:pt>
                <c:pt idx="42">
                  <c:v>5.23</c:v>
                </c:pt>
                <c:pt idx="43">
                  <c:v>5.13</c:v>
                </c:pt>
                <c:pt idx="44">
                  <c:v>5.17</c:v>
                </c:pt>
                <c:pt idx="45">
                  <c:v>4.68</c:v>
                </c:pt>
                <c:pt idx="46">
                  <c:v>4.46</c:v>
                </c:pt>
                <c:pt idx="47">
                  <c:v>4.26</c:v>
                </c:pt>
                <c:pt idx="48">
                  <c:v>4.4400000000000004</c:v>
                </c:pt>
                <c:pt idx="49">
                  <c:v>3.81</c:v>
                </c:pt>
                <c:pt idx="50">
                  <c:v>4.1399999999999997</c:v>
                </c:pt>
                <c:pt idx="51">
                  <c:v>4.3899999999999997</c:v>
                </c:pt>
                <c:pt idx="52">
                  <c:v>4.72</c:v>
                </c:pt>
                <c:pt idx="53">
                  <c:v>4.6399999999999997</c:v>
                </c:pt>
                <c:pt idx="54">
                  <c:v>4.4400000000000004</c:v>
                </c:pt>
                <c:pt idx="55">
                  <c:v>4.22</c:v>
                </c:pt>
                <c:pt idx="56">
                  <c:v>4.58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D39-4E8F-BC1E-18BD48F806B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Selic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D39-4E8F-BC1E-18BD48F806B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Sheet1!$F$2:$F$59</c:f>
              <c:numCache>
                <c:formatCode>0.00</c:formatCode>
                <c:ptCount val="58"/>
                <c:pt idx="0">
                  <c:v>9.25</c:v>
                </c:pt>
                <c:pt idx="1">
                  <c:v>10.75</c:v>
                </c:pt>
                <c:pt idx="2">
                  <c:v>11.75</c:v>
                </c:pt>
                <c:pt idx="3">
                  <c:v>11.75</c:v>
                </c:pt>
                <c:pt idx="4">
                  <c:v>12.75</c:v>
                </c:pt>
                <c:pt idx="5">
                  <c:v>13.25</c:v>
                </c:pt>
                <c:pt idx="6">
                  <c:v>13.25</c:v>
                </c:pt>
                <c:pt idx="7">
                  <c:v>13.75</c:v>
                </c:pt>
                <c:pt idx="8">
                  <c:v>13.75</c:v>
                </c:pt>
                <c:pt idx="9">
                  <c:v>13.75</c:v>
                </c:pt>
                <c:pt idx="10">
                  <c:v>13.75</c:v>
                </c:pt>
                <c:pt idx="11">
                  <c:v>13.75</c:v>
                </c:pt>
                <c:pt idx="12">
                  <c:v>13.75</c:v>
                </c:pt>
                <c:pt idx="13">
                  <c:v>13.75</c:v>
                </c:pt>
                <c:pt idx="14">
                  <c:v>13.75</c:v>
                </c:pt>
                <c:pt idx="15">
                  <c:v>13.75</c:v>
                </c:pt>
                <c:pt idx="16">
                  <c:v>13.75</c:v>
                </c:pt>
                <c:pt idx="17">
                  <c:v>13.75</c:v>
                </c:pt>
                <c:pt idx="18">
                  <c:v>13.75</c:v>
                </c:pt>
                <c:pt idx="19">
                  <c:v>13.25</c:v>
                </c:pt>
                <c:pt idx="20">
                  <c:v>12.75</c:v>
                </c:pt>
                <c:pt idx="21">
                  <c:v>12.75</c:v>
                </c:pt>
                <c:pt idx="22">
                  <c:v>12.25</c:v>
                </c:pt>
                <c:pt idx="23">
                  <c:v>11.75</c:v>
                </c:pt>
                <c:pt idx="24">
                  <c:v>11.75</c:v>
                </c:pt>
                <c:pt idx="25">
                  <c:v>11.25</c:v>
                </c:pt>
                <c:pt idx="26">
                  <c:v>10.75</c:v>
                </c:pt>
                <c:pt idx="27">
                  <c:v>10.75</c:v>
                </c:pt>
                <c:pt idx="28">
                  <c:v>10.5</c:v>
                </c:pt>
                <c:pt idx="29">
                  <c:v>10.5</c:v>
                </c:pt>
                <c:pt idx="30">
                  <c:v>10.5</c:v>
                </c:pt>
                <c:pt idx="31">
                  <c:v>10.5</c:v>
                </c:pt>
                <c:pt idx="32">
                  <c:v>10.75</c:v>
                </c:pt>
                <c:pt idx="33">
                  <c:v>10.75</c:v>
                </c:pt>
                <c:pt idx="34">
                  <c:v>11.25</c:v>
                </c:pt>
                <c:pt idx="35">
                  <c:v>12.25</c:v>
                </c:pt>
                <c:pt idx="36">
                  <c:v>13.25</c:v>
                </c:pt>
                <c:pt idx="37">
                  <c:v>13.25</c:v>
                </c:pt>
                <c:pt idx="38">
                  <c:v>14.25</c:v>
                </c:pt>
                <c:pt idx="39">
                  <c:v>14.25</c:v>
                </c:pt>
                <c:pt idx="40">
                  <c:v>14.75</c:v>
                </c:pt>
                <c:pt idx="41">
                  <c:v>15</c:v>
                </c:pt>
                <c:pt idx="42">
                  <c:v>15</c:v>
                </c:pt>
                <c:pt idx="43">
                  <c:v>15</c:v>
                </c:pt>
                <c:pt idx="44">
                  <c:v>15</c:v>
                </c:pt>
                <c:pt idx="45">
                  <c:v>15</c:v>
                </c:pt>
                <c:pt idx="46">
                  <c:v>15</c:v>
                </c:pt>
                <c:pt idx="47">
                  <c:v>15</c:v>
                </c:pt>
                <c:pt idx="48">
                  <c:v>15</c:v>
                </c:pt>
                <c:pt idx="49">
                  <c:v>15</c:v>
                </c:pt>
                <c:pt idx="50">
                  <c:v>14.75</c:v>
                </c:pt>
                <c:pt idx="51">
                  <c:v>14.5</c:v>
                </c:pt>
                <c:pt idx="52">
                  <c:v>14.5</c:v>
                </c:pt>
                <c:pt idx="53">
                  <c:v>14.25</c:v>
                </c:pt>
                <c:pt idx="54">
                  <c:v>14.25</c:v>
                </c:pt>
                <c:pt idx="55">
                  <c:v>14</c:v>
                </c:pt>
                <c:pt idx="56">
                  <c:v>13.75</c:v>
                </c:pt>
                <c:pt idx="57">
                  <c:v>13.75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D39-4E8F-BC1E-18BD48F806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Consumo das famílias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1T22</c:v>
                </c:pt>
                <c:pt idx="1">
                  <c:v>2T22</c:v>
                </c:pt>
                <c:pt idx="2">
                  <c:v>3T22</c:v>
                </c:pt>
                <c:pt idx="3">
                  <c:v>4T22</c:v>
                </c:pt>
                <c:pt idx="4">
                  <c:v>1T23</c:v>
                </c:pt>
                <c:pt idx="5">
                  <c:v>2T23</c:v>
                </c:pt>
                <c:pt idx="6">
                  <c:v>3T23</c:v>
                </c:pt>
                <c:pt idx="7">
                  <c:v>4T23</c:v>
                </c:pt>
                <c:pt idx="8">
                  <c:v>1T24</c:v>
                </c:pt>
                <c:pt idx="9">
                  <c:v>2T24</c:v>
                </c:pt>
                <c:pt idx="10">
                  <c:v>3T24</c:v>
                </c:pt>
                <c:pt idx="11">
                  <c:v>4T24</c:v>
                </c:pt>
                <c:pt idx="12">
                  <c:v>1T25</c:v>
                </c:pt>
                <c:pt idx="13">
                  <c:v>2T25</c:v>
                </c:pt>
                <c:pt idx="14">
                  <c:v>3T25</c:v>
                </c:pt>
                <c:pt idx="15">
                  <c:v>4T25</c:v>
                </c:pt>
                <c:pt idx="16">
                  <c:v>1T26</c:v>
                </c:pt>
                <c:pt idx="17">
                  <c:v>2T26</c:v>
                </c:pt>
              </c:strCache>
            </c:strRef>
          </c:cat>
          <c:val>
            <c:numRef>
              <c:f>Sheet1!$B$2:$B$19</c:f>
              <c:numCache>
                <c:formatCode>0.0</c:formatCode>
                <c:ptCount val="18"/>
                <c:pt idx="0">
                  <c:v>3.8</c:v>
                </c:pt>
                <c:pt idx="1">
                  <c:v>2.9</c:v>
                </c:pt>
                <c:pt idx="2">
                  <c:v>3.1</c:v>
                </c:pt>
                <c:pt idx="3">
                  <c:v>4.0999999999999996</c:v>
                </c:pt>
                <c:pt idx="4">
                  <c:v>4.7</c:v>
                </c:pt>
                <c:pt idx="5">
                  <c:v>4.0999999999999996</c:v>
                </c:pt>
                <c:pt idx="6">
                  <c:v>3.7</c:v>
                </c:pt>
                <c:pt idx="7">
                  <c:v>3.2</c:v>
                </c:pt>
                <c:pt idx="8">
                  <c:v>3.5</c:v>
                </c:pt>
                <c:pt idx="9">
                  <c:v>4.0999999999999996</c:v>
                </c:pt>
                <c:pt idx="10">
                  <c:v>4.8</c:v>
                </c:pt>
                <c:pt idx="11">
                  <c:v>5.0999999999999996</c:v>
                </c:pt>
                <c:pt idx="12">
                  <c:v>4.4000000000000004</c:v>
                </c:pt>
                <c:pt idx="13">
                  <c:v>3.5</c:v>
                </c:pt>
                <c:pt idx="14">
                  <c:v>2.1</c:v>
                </c:pt>
                <c:pt idx="15">
                  <c:v>1.3</c:v>
                </c:pt>
                <c:pt idx="16">
                  <c:v>1.2</c:v>
                </c:pt>
                <c:pt idx="17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9C-4069-B573-90E0EF087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Endividamento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223-4DDF-9F3E-BEFDDFD5C3E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Sheet1!$B$2:$B$258</c:f>
              <c:numCache>
                <c:formatCode>0.0</c:formatCode>
                <c:ptCount val="257"/>
                <c:pt idx="0">
                  <c:v>17.2</c:v>
                </c:pt>
                <c:pt idx="1">
                  <c:v>17.600000000000001</c:v>
                </c:pt>
                <c:pt idx="2">
                  <c:v>17.96</c:v>
                </c:pt>
                <c:pt idx="3">
                  <c:v>18.12</c:v>
                </c:pt>
                <c:pt idx="4">
                  <c:v>18.399999999999999</c:v>
                </c:pt>
                <c:pt idx="5">
                  <c:v>18.850000000000001</c:v>
                </c:pt>
                <c:pt idx="6">
                  <c:v>19.11</c:v>
                </c:pt>
                <c:pt idx="7">
                  <c:v>19.37</c:v>
                </c:pt>
                <c:pt idx="8">
                  <c:v>19.61</c:v>
                </c:pt>
                <c:pt idx="9">
                  <c:v>19.559999999999999</c:v>
                </c:pt>
                <c:pt idx="10">
                  <c:v>19.89</c:v>
                </c:pt>
                <c:pt idx="11">
                  <c:v>20.11</c:v>
                </c:pt>
                <c:pt idx="12">
                  <c:v>20.45</c:v>
                </c:pt>
                <c:pt idx="13">
                  <c:v>20.78</c:v>
                </c:pt>
                <c:pt idx="14">
                  <c:v>21.07</c:v>
                </c:pt>
                <c:pt idx="15">
                  <c:v>21.16</c:v>
                </c:pt>
                <c:pt idx="16">
                  <c:v>21.39</c:v>
                </c:pt>
                <c:pt idx="17">
                  <c:v>21.65</c:v>
                </c:pt>
                <c:pt idx="18">
                  <c:v>21.74</c:v>
                </c:pt>
                <c:pt idx="19">
                  <c:v>21.85</c:v>
                </c:pt>
                <c:pt idx="20">
                  <c:v>22.07</c:v>
                </c:pt>
                <c:pt idx="21">
                  <c:v>21.98</c:v>
                </c:pt>
                <c:pt idx="22">
                  <c:v>22.28</c:v>
                </c:pt>
                <c:pt idx="23">
                  <c:v>22.48</c:v>
                </c:pt>
                <c:pt idx="24">
                  <c:v>22.04</c:v>
                </c:pt>
                <c:pt idx="25">
                  <c:v>22.36</c:v>
                </c:pt>
                <c:pt idx="26">
                  <c:v>22.88</c:v>
                </c:pt>
                <c:pt idx="27">
                  <c:v>23.09</c:v>
                </c:pt>
                <c:pt idx="28">
                  <c:v>23.57</c:v>
                </c:pt>
                <c:pt idx="29">
                  <c:v>23.77</c:v>
                </c:pt>
                <c:pt idx="30">
                  <c:v>23.97</c:v>
                </c:pt>
                <c:pt idx="31">
                  <c:v>24.56</c:v>
                </c:pt>
                <c:pt idx="32">
                  <c:v>24.88</c:v>
                </c:pt>
                <c:pt idx="33">
                  <c:v>24.96</c:v>
                </c:pt>
                <c:pt idx="34">
                  <c:v>25.29</c:v>
                </c:pt>
                <c:pt idx="35">
                  <c:v>25.5</c:v>
                </c:pt>
                <c:pt idx="36">
                  <c:v>25.99</c:v>
                </c:pt>
                <c:pt idx="37">
                  <c:v>26.45</c:v>
                </c:pt>
                <c:pt idx="38">
                  <c:v>26.8</c:v>
                </c:pt>
                <c:pt idx="39">
                  <c:v>26.92</c:v>
                </c:pt>
                <c:pt idx="40">
                  <c:v>27.15</c:v>
                </c:pt>
                <c:pt idx="41">
                  <c:v>27.25</c:v>
                </c:pt>
                <c:pt idx="42">
                  <c:v>27.41</c:v>
                </c:pt>
                <c:pt idx="43">
                  <c:v>27.78</c:v>
                </c:pt>
                <c:pt idx="44">
                  <c:v>27.46</c:v>
                </c:pt>
                <c:pt idx="45">
                  <c:v>27.44</c:v>
                </c:pt>
                <c:pt idx="46">
                  <c:v>27.26</c:v>
                </c:pt>
                <c:pt idx="47">
                  <c:v>27.26</c:v>
                </c:pt>
                <c:pt idx="48">
                  <c:v>27.32</c:v>
                </c:pt>
                <c:pt idx="49">
                  <c:v>27.49</c:v>
                </c:pt>
                <c:pt idx="50">
                  <c:v>27.85</c:v>
                </c:pt>
                <c:pt idx="51">
                  <c:v>28.01</c:v>
                </c:pt>
                <c:pt idx="52">
                  <c:v>28.15</c:v>
                </c:pt>
                <c:pt idx="53">
                  <c:v>28.42</c:v>
                </c:pt>
                <c:pt idx="54">
                  <c:v>28.76</c:v>
                </c:pt>
                <c:pt idx="55">
                  <c:v>28.93</c:v>
                </c:pt>
                <c:pt idx="56">
                  <c:v>29.12</c:v>
                </c:pt>
                <c:pt idx="57">
                  <c:v>29.45</c:v>
                </c:pt>
                <c:pt idx="58">
                  <c:v>29.82</c:v>
                </c:pt>
                <c:pt idx="59">
                  <c:v>29.95</c:v>
                </c:pt>
                <c:pt idx="60">
                  <c:v>30.35</c:v>
                </c:pt>
                <c:pt idx="61">
                  <c:v>30.7</c:v>
                </c:pt>
                <c:pt idx="62">
                  <c:v>31.19</c:v>
                </c:pt>
                <c:pt idx="63">
                  <c:v>31.41</c:v>
                </c:pt>
                <c:pt idx="64">
                  <c:v>32.03</c:v>
                </c:pt>
                <c:pt idx="65">
                  <c:v>32.340000000000003</c:v>
                </c:pt>
                <c:pt idx="66">
                  <c:v>32.65</c:v>
                </c:pt>
                <c:pt idx="67">
                  <c:v>32.94</c:v>
                </c:pt>
                <c:pt idx="68">
                  <c:v>33.46</c:v>
                </c:pt>
                <c:pt idx="69">
                  <c:v>33.97</c:v>
                </c:pt>
                <c:pt idx="70">
                  <c:v>34.1</c:v>
                </c:pt>
                <c:pt idx="71">
                  <c:v>34.229999999999997</c:v>
                </c:pt>
                <c:pt idx="72">
                  <c:v>34.86</c:v>
                </c:pt>
                <c:pt idx="73">
                  <c:v>34.9</c:v>
                </c:pt>
                <c:pt idx="74">
                  <c:v>35.11</c:v>
                </c:pt>
                <c:pt idx="75">
                  <c:v>35.29</c:v>
                </c:pt>
                <c:pt idx="76">
                  <c:v>35.369999999999997</c:v>
                </c:pt>
                <c:pt idx="77">
                  <c:v>35.979999999999997</c:v>
                </c:pt>
                <c:pt idx="78">
                  <c:v>36.270000000000003</c:v>
                </c:pt>
                <c:pt idx="79">
                  <c:v>36.450000000000003</c:v>
                </c:pt>
                <c:pt idx="80">
                  <c:v>36.5</c:v>
                </c:pt>
                <c:pt idx="81">
                  <c:v>36.56</c:v>
                </c:pt>
                <c:pt idx="82">
                  <c:v>36.79</c:v>
                </c:pt>
                <c:pt idx="83">
                  <c:v>36.78</c:v>
                </c:pt>
                <c:pt idx="84">
                  <c:v>36.869999999999997</c:v>
                </c:pt>
                <c:pt idx="85">
                  <c:v>36.99</c:v>
                </c:pt>
                <c:pt idx="86">
                  <c:v>37.21</c:v>
                </c:pt>
                <c:pt idx="87">
                  <c:v>37.42</c:v>
                </c:pt>
                <c:pt idx="88">
                  <c:v>37.54</c:v>
                </c:pt>
                <c:pt idx="89">
                  <c:v>37.71</c:v>
                </c:pt>
                <c:pt idx="90">
                  <c:v>37.49</c:v>
                </c:pt>
                <c:pt idx="91">
                  <c:v>37.69</c:v>
                </c:pt>
                <c:pt idx="92">
                  <c:v>37.880000000000003</c:v>
                </c:pt>
                <c:pt idx="93">
                  <c:v>38.04</c:v>
                </c:pt>
                <c:pt idx="94">
                  <c:v>38.22</c:v>
                </c:pt>
                <c:pt idx="95">
                  <c:v>38.270000000000003</c:v>
                </c:pt>
                <c:pt idx="96">
                  <c:v>38.15</c:v>
                </c:pt>
                <c:pt idx="97">
                  <c:v>38.29</c:v>
                </c:pt>
                <c:pt idx="98">
                  <c:v>38.4</c:v>
                </c:pt>
                <c:pt idx="99">
                  <c:v>38.4</c:v>
                </c:pt>
                <c:pt idx="100">
                  <c:v>38.56</c:v>
                </c:pt>
                <c:pt idx="101">
                  <c:v>38.69</c:v>
                </c:pt>
                <c:pt idx="102">
                  <c:v>38.49</c:v>
                </c:pt>
                <c:pt idx="103">
                  <c:v>38.36</c:v>
                </c:pt>
                <c:pt idx="104">
                  <c:v>38.36</c:v>
                </c:pt>
                <c:pt idx="105">
                  <c:v>38.21</c:v>
                </c:pt>
                <c:pt idx="106">
                  <c:v>38.299999999999997</c:v>
                </c:pt>
                <c:pt idx="107">
                  <c:v>38.25</c:v>
                </c:pt>
                <c:pt idx="108">
                  <c:v>38.15</c:v>
                </c:pt>
                <c:pt idx="109">
                  <c:v>38.14</c:v>
                </c:pt>
                <c:pt idx="110">
                  <c:v>38.299999999999997</c:v>
                </c:pt>
                <c:pt idx="111">
                  <c:v>38.479999999999997</c:v>
                </c:pt>
                <c:pt idx="112">
                  <c:v>38.56</c:v>
                </c:pt>
                <c:pt idx="113">
                  <c:v>38.630000000000003</c:v>
                </c:pt>
                <c:pt idx="114">
                  <c:v>38.729999999999997</c:v>
                </c:pt>
                <c:pt idx="115">
                  <c:v>38.950000000000003</c:v>
                </c:pt>
                <c:pt idx="116">
                  <c:v>38.950000000000003</c:v>
                </c:pt>
                <c:pt idx="117">
                  <c:v>39.24</c:v>
                </c:pt>
                <c:pt idx="118">
                  <c:v>39.630000000000003</c:v>
                </c:pt>
                <c:pt idx="119">
                  <c:v>39.64</c:v>
                </c:pt>
                <c:pt idx="120">
                  <c:v>39.74</c:v>
                </c:pt>
                <c:pt idx="121">
                  <c:v>40.01</c:v>
                </c:pt>
                <c:pt idx="122">
                  <c:v>40.020000000000003</c:v>
                </c:pt>
                <c:pt idx="123">
                  <c:v>40.090000000000003</c:v>
                </c:pt>
                <c:pt idx="124">
                  <c:v>40.380000000000003</c:v>
                </c:pt>
                <c:pt idx="125">
                  <c:v>40.57</c:v>
                </c:pt>
                <c:pt idx="126">
                  <c:v>40.799999999999997</c:v>
                </c:pt>
                <c:pt idx="127">
                  <c:v>40.81</c:v>
                </c:pt>
                <c:pt idx="128">
                  <c:v>40.54</c:v>
                </c:pt>
                <c:pt idx="129">
                  <c:v>40.049999999999997</c:v>
                </c:pt>
                <c:pt idx="130">
                  <c:v>40.04</c:v>
                </c:pt>
                <c:pt idx="131">
                  <c:v>39.700000000000003</c:v>
                </c:pt>
                <c:pt idx="132">
                  <c:v>39.54</c:v>
                </c:pt>
                <c:pt idx="133">
                  <c:v>39.25</c:v>
                </c:pt>
                <c:pt idx="134">
                  <c:v>39.159999999999997</c:v>
                </c:pt>
                <c:pt idx="135">
                  <c:v>39.03</c:v>
                </c:pt>
                <c:pt idx="136">
                  <c:v>38.83</c:v>
                </c:pt>
                <c:pt idx="137">
                  <c:v>38.72</c:v>
                </c:pt>
                <c:pt idx="138">
                  <c:v>38.479999999999997</c:v>
                </c:pt>
                <c:pt idx="139">
                  <c:v>38.21</c:v>
                </c:pt>
                <c:pt idx="140">
                  <c:v>38.24</c:v>
                </c:pt>
                <c:pt idx="141">
                  <c:v>38.11</c:v>
                </c:pt>
                <c:pt idx="142">
                  <c:v>38</c:v>
                </c:pt>
                <c:pt idx="143">
                  <c:v>37.880000000000003</c:v>
                </c:pt>
                <c:pt idx="144">
                  <c:v>37.799999999999997</c:v>
                </c:pt>
                <c:pt idx="145">
                  <c:v>37.450000000000003</c:v>
                </c:pt>
                <c:pt idx="146">
                  <c:v>37.380000000000003</c:v>
                </c:pt>
                <c:pt idx="147">
                  <c:v>37.32</c:v>
                </c:pt>
                <c:pt idx="148">
                  <c:v>37.33</c:v>
                </c:pt>
                <c:pt idx="149">
                  <c:v>37.369999999999997</c:v>
                </c:pt>
                <c:pt idx="150">
                  <c:v>37.25</c:v>
                </c:pt>
                <c:pt idx="151">
                  <c:v>37.299999999999997</c:v>
                </c:pt>
                <c:pt idx="152">
                  <c:v>37.380000000000003</c:v>
                </c:pt>
                <c:pt idx="153">
                  <c:v>37.22</c:v>
                </c:pt>
                <c:pt idx="154">
                  <c:v>37.25</c:v>
                </c:pt>
                <c:pt idx="155">
                  <c:v>37.229999999999997</c:v>
                </c:pt>
                <c:pt idx="156">
                  <c:v>37.26</c:v>
                </c:pt>
                <c:pt idx="157">
                  <c:v>37.479999999999997</c:v>
                </c:pt>
                <c:pt idx="158">
                  <c:v>37.75</c:v>
                </c:pt>
                <c:pt idx="159">
                  <c:v>37.840000000000003</c:v>
                </c:pt>
                <c:pt idx="160">
                  <c:v>37.82</c:v>
                </c:pt>
                <c:pt idx="161">
                  <c:v>38</c:v>
                </c:pt>
                <c:pt idx="162">
                  <c:v>38.03</c:v>
                </c:pt>
                <c:pt idx="163">
                  <c:v>38.28</c:v>
                </c:pt>
                <c:pt idx="164">
                  <c:v>38.799999999999997</c:v>
                </c:pt>
                <c:pt idx="165">
                  <c:v>39.020000000000003</c:v>
                </c:pt>
                <c:pt idx="166">
                  <c:v>39.270000000000003</c:v>
                </c:pt>
                <c:pt idx="167">
                  <c:v>39.549999999999997</c:v>
                </c:pt>
                <c:pt idx="168">
                  <c:v>39.6</c:v>
                </c:pt>
                <c:pt idx="169">
                  <c:v>39.83</c:v>
                </c:pt>
                <c:pt idx="170">
                  <c:v>40.130000000000003</c:v>
                </c:pt>
                <c:pt idx="171">
                  <c:v>40.56</c:v>
                </c:pt>
                <c:pt idx="172">
                  <c:v>40.72</c:v>
                </c:pt>
                <c:pt idx="173">
                  <c:v>41.11</c:v>
                </c:pt>
                <c:pt idx="174">
                  <c:v>41.21</c:v>
                </c:pt>
                <c:pt idx="175">
                  <c:v>41.33</c:v>
                </c:pt>
                <c:pt idx="176">
                  <c:v>41.56</c:v>
                </c:pt>
                <c:pt idx="177">
                  <c:v>41.46</c:v>
                </c:pt>
                <c:pt idx="178">
                  <c:v>41.55</c:v>
                </c:pt>
                <c:pt idx="179">
                  <c:v>41.53</c:v>
                </c:pt>
                <c:pt idx="180">
                  <c:v>41.62</c:v>
                </c:pt>
                <c:pt idx="181">
                  <c:v>40.909999999999997</c:v>
                </c:pt>
                <c:pt idx="182">
                  <c:v>40.049999999999997</c:v>
                </c:pt>
                <c:pt idx="183">
                  <c:v>39.380000000000003</c:v>
                </c:pt>
                <c:pt idx="184">
                  <c:v>39.21</c:v>
                </c:pt>
                <c:pt idx="185">
                  <c:v>39.17</c:v>
                </c:pt>
                <c:pt idx="186">
                  <c:v>39.57</c:v>
                </c:pt>
                <c:pt idx="187">
                  <c:v>40.200000000000003</c:v>
                </c:pt>
                <c:pt idx="188">
                  <c:v>41.04</c:v>
                </c:pt>
                <c:pt idx="189">
                  <c:v>41.78</c:v>
                </c:pt>
                <c:pt idx="190">
                  <c:v>42.11</c:v>
                </c:pt>
                <c:pt idx="191">
                  <c:v>42.31</c:v>
                </c:pt>
                <c:pt idx="192">
                  <c:v>42.47</c:v>
                </c:pt>
                <c:pt idx="193">
                  <c:v>42.89</c:v>
                </c:pt>
                <c:pt idx="194">
                  <c:v>43.85</c:v>
                </c:pt>
                <c:pt idx="195">
                  <c:v>44.53</c:v>
                </c:pt>
                <c:pt idx="196">
                  <c:v>45.2</c:v>
                </c:pt>
                <c:pt idx="197">
                  <c:v>46.46</c:v>
                </c:pt>
                <c:pt idx="198">
                  <c:v>47.5</c:v>
                </c:pt>
                <c:pt idx="199">
                  <c:v>48.19</c:v>
                </c:pt>
                <c:pt idx="200">
                  <c:v>48.95</c:v>
                </c:pt>
                <c:pt idx="201">
                  <c:v>49.48</c:v>
                </c:pt>
                <c:pt idx="202">
                  <c:v>49.67</c:v>
                </c:pt>
                <c:pt idx="203">
                  <c:v>49.54</c:v>
                </c:pt>
                <c:pt idx="204">
                  <c:v>49.6</c:v>
                </c:pt>
                <c:pt idx="205">
                  <c:v>49.67</c:v>
                </c:pt>
                <c:pt idx="206">
                  <c:v>49.56</c:v>
                </c:pt>
                <c:pt idx="207">
                  <c:v>49.67</c:v>
                </c:pt>
                <c:pt idx="208">
                  <c:v>49.89</c:v>
                </c:pt>
                <c:pt idx="209">
                  <c:v>49.66</c:v>
                </c:pt>
                <c:pt idx="210">
                  <c:v>49.59</c:v>
                </c:pt>
                <c:pt idx="211">
                  <c:v>49.76</c:v>
                </c:pt>
                <c:pt idx="212">
                  <c:v>49.51</c:v>
                </c:pt>
                <c:pt idx="213">
                  <c:v>49.14</c:v>
                </c:pt>
                <c:pt idx="214">
                  <c:v>49.11</c:v>
                </c:pt>
                <c:pt idx="215">
                  <c:v>48.78</c:v>
                </c:pt>
                <c:pt idx="216">
                  <c:v>48.7</c:v>
                </c:pt>
                <c:pt idx="217">
                  <c:v>48.6</c:v>
                </c:pt>
                <c:pt idx="218">
                  <c:v>48.91</c:v>
                </c:pt>
                <c:pt idx="219">
                  <c:v>48.46</c:v>
                </c:pt>
                <c:pt idx="220">
                  <c:v>48.06</c:v>
                </c:pt>
                <c:pt idx="221">
                  <c:v>48.25</c:v>
                </c:pt>
                <c:pt idx="222">
                  <c:v>48.14</c:v>
                </c:pt>
                <c:pt idx="223">
                  <c:v>48.2</c:v>
                </c:pt>
                <c:pt idx="224">
                  <c:v>48.19</c:v>
                </c:pt>
                <c:pt idx="225">
                  <c:v>47.75</c:v>
                </c:pt>
                <c:pt idx="226">
                  <c:v>47.96</c:v>
                </c:pt>
                <c:pt idx="227">
                  <c:v>47.93</c:v>
                </c:pt>
                <c:pt idx="228">
                  <c:v>47.79</c:v>
                </c:pt>
                <c:pt idx="229">
                  <c:v>47.66</c:v>
                </c:pt>
                <c:pt idx="230">
                  <c:v>47.61</c:v>
                </c:pt>
                <c:pt idx="231">
                  <c:v>47.7</c:v>
                </c:pt>
                <c:pt idx="232">
                  <c:v>47.93</c:v>
                </c:pt>
                <c:pt idx="233">
                  <c:v>48.14</c:v>
                </c:pt>
                <c:pt idx="234">
                  <c:v>48.14</c:v>
                </c:pt>
                <c:pt idx="235">
                  <c:v>48.19</c:v>
                </c:pt>
                <c:pt idx="236">
                  <c:v>48.33</c:v>
                </c:pt>
                <c:pt idx="237">
                  <c:v>48.45</c:v>
                </c:pt>
                <c:pt idx="238">
                  <c:v>48.64</c:v>
                </c:pt>
                <c:pt idx="239">
                  <c:v>48.6</c:v>
                </c:pt>
                <c:pt idx="240">
                  <c:v>48.87</c:v>
                </c:pt>
                <c:pt idx="241">
                  <c:v>48.93</c:v>
                </c:pt>
                <c:pt idx="242">
                  <c:v>48.87</c:v>
                </c:pt>
                <c:pt idx="243">
                  <c:v>48.82</c:v>
                </c:pt>
                <c:pt idx="244">
                  <c:v>48.78</c:v>
                </c:pt>
                <c:pt idx="245">
                  <c:v>48.93</c:v>
                </c:pt>
                <c:pt idx="246">
                  <c:v>49.11</c:v>
                </c:pt>
                <c:pt idx="247">
                  <c:v>49.46</c:v>
                </c:pt>
                <c:pt idx="248">
                  <c:v>49.63</c:v>
                </c:pt>
                <c:pt idx="249">
                  <c:v>49.7</c:v>
                </c:pt>
                <c:pt idx="250">
                  <c:v>49.92</c:v>
                </c:pt>
                <c:pt idx="251">
                  <c:v>49.81</c:v>
                </c:pt>
                <c:pt idx="252">
                  <c:v>49.85</c:v>
                </c:pt>
                <c:pt idx="253">
                  <c:v>49.88</c:v>
                </c:pt>
                <c:pt idx="254">
                  <c:v>49.82</c:v>
                </c:pt>
                <c:pt idx="255">
                  <c:v>49.65</c:v>
                </c:pt>
                <c:pt idx="256">
                  <c:v>49.86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23-4DDF-9F3E-BEFDDFD5C3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Comprometimento de renda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223-4DDF-9F3E-BEFDDFD5C3E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Sheet1!$C$2:$C$258</c:f>
              <c:numCache>
                <c:formatCode>0.0</c:formatCode>
                <c:ptCount val="257"/>
                <c:pt idx="0">
                  <c:v>17</c:v>
                </c:pt>
                <c:pt idx="1">
                  <c:v>17.2</c:v>
                </c:pt>
                <c:pt idx="2">
                  <c:v>17.420000000000002</c:v>
                </c:pt>
                <c:pt idx="3">
                  <c:v>17.55</c:v>
                </c:pt>
                <c:pt idx="4">
                  <c:v>17.71</c:v>
                </c:pt>
                <c:pt idx="5">
                  <c:v>17.93</c:v>
                </c:pt>
                <c:pt idx="6">
                  <c:v>18.29</c:v>
                </c:pt>
                <c:pt idx="7">
                  <c:v>18.55</c:v>
                </c:pt>
                <c:pt idx="8">
                  <c:v>18.63</c:v>
                </c:pt>
                <c:pt idx="9">
                  <c:v>18.68</c:v>
                </c:pt>
                <c:pt idx="10">
                  <c:v>18.68</c:v>
                </c:pt>
                <c:pt idx="11">
                  <c:v>18.95</c:v>
                </c:pt>
                <c:pt idx="12">
                  <c:v>19.28</c:v>
                </c:pt>
                <c:pt idx="13">
                  <c:v>19.53</c:v>
                </c:pt>
                <c:pt idx="14">
                  <c:v>19.559999999999999</c:v>
                </c:pt>
                <c:pt idx="15">
                  <c:v>19.55</c:v>
                </c:pt>
                <c:pt idx="16">
                  <c:v>19.5</c:v>
                </c:pt>
                <c:pt idx="17">
                  <c:v>19.649999999999999</c:v>
                </c:pt>
                <c:pt idx="18">
                  <c:v>19.510000000000002</c:v>
                </c:pt>
                <c:pt idx="19">
                  <c:v>19.43</c:v>
                </c:pt>
                <c:pt idx="20">
                  <c:v>19.260000000000002</c:v>
                </c:pt>
                <c:pt idx="21">
                  <c:v>19.5</c:v>
                </c:pt>
                <c:pt idx="22">
                  <c:v>19.39</c:v>
                </c:pt>
                <c:pt idx="23">
                  <c:v>19.27</c:v>
                </c:pt>
                <c:pt idx="24">
                  <c:v>18.93</c:v>
                </c:pt>
                <c:pt idx="25">
                  <c:v>18.75</c:v>
                </c:pt>
                <c:pt idx="26">
                  <c:v>18.559999999999999</c:v>
                </c:pt>
                <c:pt idx="27">
                  <c:v>18.87</c:v>
                </c:pt>
                <c:pt idx="28">
                  <c:v>19.23</c:v>
                </c:pt>
                <c:pt idx="29">
                  <c:v>19.43</c:v>
                </c:pt>
                <c:pt idx="30">
                  <c:v>19.29</c:v>
                </c:pt>
                <c:pt idx="31">
                  <c:v>19.28</c:v>
                </c:pt>
                <c:pt idx="32">
                  <c:v>19.43</c:v>
                </c:pt>
                <c:pt idx="33">
                  <c:v>19.37</c:v>
                </c:pt>
                <c:pt idx="34">
                  <c:v>19.62</c:v>
                </c:pt>
                <c:pt idx="35">
                  <c:v>19.850000000000001</c:v>
                </c:pt>
                <c:pt idx="36">
                  <c:v>20.239999999999998</c:v>
                </c:pt>
                <c:pt idx="37">
                  <c:v>20.41</c:v>
                </c:pt>
                <c:pt idx="38">
                  <c:v>20.440000000000001</c:v>
                </c:pt>
                <c:pt idx="39">
                  <c:v>20.41</c:v>
                </c:pt>
                <c:pt idx="40">
                  <c:v>20.47</c:v>
                </c:pt>
                <c:pt idx="41">
                  <c:v>20.58</c:v>
                </c:pt>
                <c:pt idx="42">
                  <c:v>20.64</c:v>
                </c:pt>
                <c:pt idx="43">
                  <c:v>20.77</c:v>
                </c:pt>
                <c:pt idx="44">
                  <c:v>20.77</c:v>
                </c:pt>
                <c:pt idx="45">
                  <c:v>20.87</c:v>
                </c:pt>
                <c:pt idx="46">
                  <c:v>20.89</c:v>
                </c:pt>
                <c:pt idx="47">
                  <c:v>21</c:v>
                </c:pt>
                <c:pt idx="48">
                  <c:v>21.06</c:v>
                </c:pt>
                <c:pt idx="49">
                  <c:v>21.16</c:v>
                </c:pt>
                <c:pt idx="50">
                  <c:v>21.34</c:v>
                </c:pt>
                <c:pt idx="51">
                  <c:v>21.66</c:v>
                </c:pt>
                <c:pt idx="52">
                  <c:v>21.81</c:v>
                </c:pt>
                <c:pt idx="53">
                  <c:v>21.89</c:v>
                </c:pt>
                <c:pt idx="54">
                  <c:v>21.99</c:v>
                </c:pt>
                <c:pt idx="55">
                  <c:v>22.15</c:v>
                </c:pt>
                <c:pt idx="56">
                  <c:v>22.22</c:v>
                </c:pt>
                <c:pt idx="57">
                  <c:v>22.2</c:v>
                </c:pt>
                <c:pt idx="58">
                  <c:v>22.3</c:v>
                </c:pt>
                <c:pt idx="59">
                  <c:v>22.27</c:v>
                </c:pt>
                <c:pt idx="60">
                  <c:v>22.34</c:v>
                </c:pt>
                <c:pt idx="61">
                  <c:v>22.48</c:v>
                </c:pt>
                <c:pt idx="62">
                  <c:v>22.72</c:v>
                </c:pt>
                <c:pt idx="63">
                  <c:v>23.04</c:v>
                </c:pt>
                <c:pt idx="64">
                  <c:v>23.09</c:v>
                </c:pt>
                <c:pt idx="65">
                  <c:v>23.13</c:v>
                </c:pt>
                <c:pt idx="66">
                  <c:v>23.23</c:v>
                </c:pt>
                <c:pt idx="67">
                  <c:v>23.18</c:v>
                </c:pt>
                <c:pt idx="68">
                  <c:v>23.54</c:v>
                </c:pt>
                <c:pt idx="69">
                  <c:v>23.96</c:v>
                </c:pt>
                <c:pt idx="70">
                  <c:v>24.19</c:v>
                </c:pt>
                <c:pt idx="71">
                  <c:v>23.96</c:v>
                </c:pt>
                <c:pt idx="72">
                  <c:v>23.92</c:v>
                </c:pt>
                <c:pt idx="73">
                  <c:v>23.84</c:v>
                </c:pt>
                <c:pt idx="74">
                  <c:v>23.77</c:v>
                </c:pt>
                <c:pt idx="75">
                  <c:v>23.58</c:v>
                </c:pt>
                <c:pt idx="76">
                  <c:v>23.49</c:v>
                </c:pt>
                <c:pt idx="77">
                  <c:v>23.7</c:v>
                </c:pt>
                <c:pt idx="78">
                  <c:v>24.2</c:v>
                </c:pt>
                <c:pt idx="79">
                  <c:v>24.67</c:v>
                </c:pt>
                <c:pt idx="80">
                  <c:v>24.62</c:v>
                </c:pt>
                <c:pt idx="81">
                  <c:v>24.58</c:v>
                </c:pt>
                <c:pt idx="82">
                  <c:v>24.54</c:v>
                </c:pt>
                <c:pt idx="83">
                  <c:v>24.49</c:v>
                </c:pt>
                <c:pt idx="84">
                  <c:v>24.54</c:v>
                </c:pt>
                <c:pt idx="85">
                  <c:v>24.47</c:v>
                </c:pt>
                <c:pt idx="86">
                  <c:v>24.53</c:v>
                </c:pt>
                <c:pt idx="87">
                  <c:v>24.38</c:v>
                </c:pt>
                <c:pt idx="88">
                  <c:v>24.09</c:v>
                </c:pt>
                <c:pt idx="89">
                  <c:v>23.8</c:v>
                </c:pt>
                <c:pt idx="90">
                  <c:v>23.59</c:v>
                </c:pt>
                <c:pt idx="91">
                  <c:v>23.44</c:v>
                </c:pt>
                <c:pt idx="92">
                  <c:v>23.46</c:v>
                </c:pt>
                <c:pt idx="93">
                  <c:v>23.47</c:v>
                </c:pt>
                <c:pt idx="94">
                  <c:v>23.15</c:v>
                </c:pt>
                <c:pt idx="95">
                  <c:v>23.09</c:v>
                </c:pt>
                <c:pt idx="96">
                  <c:v>22.89</c:v>
                </c:pt>
                <c:pt idx="97">
                  <c:v>22.75</c:v>
                </c:pt>
                <c:pt idx="98">
                  <c:v>22.33</c:v>
                </c:pt>
                <c:pt idx="99">
                  <c:v>22.21</c:v>
                </c:pt>
                <c:pt idx="100">
                  <c:v>22.18</c:v>
                </c:pt>
                <c:pt idx="101">
                  <c:v>22.24</c:v>
                </c:pt>
                <c:pt idx="102">
                  <c:v>22.31</c:v>
                </c:pt>
                <c:pt idx="103">
                  <c:v>22.3</c:v>
                </c:pt>
                <c:pt idx="104">
                  <c:v>22.44</c:v>
                </c:pt>
                <c:pt idx="105">
                  <c:v>22.68</c:v>
                </c:pt>
                <c:pt idx="106">
                  <c:v>22.59</c:v>
                </c:pt>
                <c:pt idx="107">
                  <c:v>22.58</c:v>
                </c:pt>
                <c:pt idx="108">
                  <c:v>22.48</c:v>
                </c:pt>
                <c:pt idx="109">
                  <c:v>22.6</c:v>
                </c:pt>
                <c:pt idx="110">
                  <c:v>22.71</c:v>
                </c:pt>
                <c:pt idx="111">
                  <c:v>22.78</c:v>
                </c:pt>
                <c:pt idx="112">
                  <c:v>22.83</c:v>
                </c:pt>
                <c:pt idx="113">
                  <c:v>22.67</c:v>
                </c:pt>
                <c:pt idx="114">
                  <c:v>22.7</c:v>
                </c:pt>
                <c:pt idx="115">
                  <c:v>22.72</c:v>
                </c:pt>
                <c:pt idx="116">
                  <c:v>23.11</c:v>
                </c:pt>
                <c:pt idx="117">
                  <c:v>23.48</c:v>
                </c:pt>
                <c:pt idx="118">
                  <c:v>23.92</c:v>
                </c:pt>
                <c:pt idx="119">
                  <c:v>24.08</c:v>
                </c:pt>
                <c:pt idx="120">
                  <c:v>24.02</c:v>
                </c:pt>
                <c:pt idx="121">
                  <c:v>24.18</c:v>
                </c:pt>
                <c:pt idx="122">
                  <c:v>24.18</c:v>
                </c:pt>
                <c:pt idx="123">
                  <c:v>24.29</c:v>
                </c:pt>
                <c:pt idx="124">
                  <c:v>24.3</c:v>
                </c:pt>
                <c:pt idx="125">
                  <c:v>24.37</c:v>
                </c:pt>
                <c:pt idx="126">
                  <c:v>24.61</c:v>
                </c:pt>
                <c:pt idx="127">
                  <c:v>24.22</c:v>
                </c:pt>
                <c:pt idx="128">
                  <c:v>23.75</c:v>
                </c:pt>
                <c:pt idx="129">
                  <c:v>22.99</c:v>
                </c:pt>
                <c:pt idx="130">
                  <c:v>23.26</c:v>
                </c:pt>
                <c:pt idx="131">
                  <c:v>23.37</c:v>
                </c:pt>
                <c:pt idx="132">
                  <c:v>23.65</c:v>
                </c:pt>
                <c:pt idx="133">
                  <c:v>23.7</c:v>
                </c:pt>
                <c:pt idx="134">
                  <c:v>23.97</c:v>
                </c:pt>
                <c:pt idx="135">
                  <c:v>24.04</c:v>
                </c:pt>
                <c:pt idx="136">
                  <c:v>23.84</c:v>
                </c:pt>
                <c:pt idx="137">
                  <c:v>23.79</c:v>
                </c:pt>
                <c:pt idx="138">
                  <c:v>23.81</c:v>
                </c:pt>
                <c:pt idx="139">
                  <c:v>23.74</c:v>
                </c:pt>
                <c:pt idx="140">
                  <c:v>23.57</c:v>
                </c:pt>
                <c:pt idx="141">
                  <c:v>23.22</c:v>
                </c:pt>
                <c:pt idx="142">
                  <c:v>23.15</c:v>
                </c:pt>
                <c:pt idx="143">
                  <c:v>22.96</c:v>
                </c:pt>
                <c:pt idx="144">
                  <c:v>22.93</c:v>
                </c:pt>
                <c:pt idx="145">
                  <c:v>22.54</c:v>
                </c:pt>
                <c:pt idx="146">
                  <c:v>22.18</c:v>
                </c:pt>
                <c:pt idx="147">
                  <c:v>22.17</c:v>
                </c:pt>
                <c:pt idx="148">
                  <c:v>22.35</c:v>
                </c:pt>
                <c:pt idx="149">
                  <c:v>22.66</c:v>
                </c:pt>
                <c:pt idx="150">
                  <c:v>22.78</c:v>
                </c:pt>
                <c:pt idx="151">
                  <c:v>22.56</c:v>
                </c:pt>
                <c:pt idx="152">
                  <c:v>22.34</c:v>
                </c:pt>
                <c:pt idx="153">
                  <c:v>22.09</c:v>
                </c:pt>
                <c:pt idx="154">
                  <c:v>21.94</c:v>
                </c:pt>
                <c:pt idx="155">
                  <c:v>21.89</c:v>
                </c:pt>
                <c:pt idx="156">
                  <c:v>21.99</c:v>
                </c:pt>
                <c:pt idx="157">
                  <c:v>22.25</c:v>
                </c:pt>
                <c:pt idx="158">
                  <c:v>22.48</c:v>
                </c:pt>
                <c:pt idx="159">
                  <c:v>22.86</c:v>
                </c:pt>
                <c:pt idx="160">
                  <c:v>22.4</c:v>
                </c:pt>
                <c:pt idx="161">
                  <c:v>22.1</c:v>
                </c:pt>
                <c:pt idx="162">
                  <c:v>22.16</c:v>
                </c:pt>
                <c:pt idx="163">
                  <c:v>22.16</c:v>
                </c:pt>
                <c:pt idx="164">
                  <c:v>22.31</c:v>
                </c:pt>
                <c:pt idx="165">
                  <c:v>22.58</c:v>
                </c:pt>
                <c:pt idx="166">
                  <c:v>22.75</c:v>
                </c:pt>
                <c:pt idx="167">
                  <c:v>22.96</c:v>
                </c:pt>
                <c:pt idx="168">
                  <c:v>22.96</c:v>
                </c:pt>
                <c:pt idx="169">
                  <c:v>23.5</c:v>
                </c:pt>
                <c:pt idx="170">
                  <c:v>23.85</c:v>
                </c:pt>
                <c:pt idx="171">
                  <c:v>25.13</c:v>
                </c:pt>
                <c:pt idx="172">
                  <c:v>24.69</c:v>
                </c:pt>
                <c:pt idx="173">
                  <c:v>24.73</c:v>
                </c:pt>
                <c:pt idx="174">
                  <c:v>23.91</c:v>
                </c:pt>
                <c:pt idx="175">
                  <c:v>23.53</c:v>
                </c:pt>
                <c:pt idx="176">
                  <c:v>22.99</c:v>
                </c:pt>
                <c:pt idx="177">
                  <c:v>22.65</c:v>
                </c:pt>
                <c:pt idx="178">
                  <c:v>22.59</c:v>
                </c:pt>
                <c:pt idx="179">
                  <c:v>22.64</c:v>
                </c:pt>
                <c:pt idx="180">
                  <c:v>23.71</c:v>
                </c:pt>
                <c:pt idx="181">
                  <c:v>23.25</c:v>
                </c:pt>
                <c:pt idx="182">
                  <c:v>21.83</c:v>
                </c:pt>
                <c:pt idx="183">
                  <c:v>20.54</c:v>
                </c:pt>
                <c:pt idx="184">
                  <c:v>19.920000000000002</c:v>
                </c:pt>
                <c:pt idx="185">
                  <c:v>19.77</c:v>
                </c:pt>
                <c:pt idx="186">
                  <c:v>20.03</c:v>
                </c:pt>
                <c:pt idx="187">
                  <c:v>20.45</c:v>
                </c:pt>
                <c:pt idx="188">
                  <c:v>21.25</c:v>
                </c:pt>
                <c:pt idx="189">
                  <c:v>21.84</c:v>
                </c:pt>
                <c:pt idx="190">
                  <c:v>22.17</c:v>
                </c:pt>
                <c:pt idx="191">
                  <c:v>21.97</c:v>
                </c:pt>
                <c:pt idx="192">
                  <c:v>22.32</c:v>
                </c:pt>
                <c:pt idx="193">
                  <c:v>22.39</c:v>
                </c:pt>
                <c:pt idx="194">
                  <c:v>22.78</c:v>
                </c:pt>
                <c:pt idx="195">
                  <c:v>22.96</c:v>
                </c:pt>
                <c:pt idx="196">
                  <c:v>23.27</c:v>
                </c:pt>
                <c:pt idx="197">
                  <c:v>23.63</c:v>
                </c:pt>
                <c:pt idx="198">
                  <c:v>24.51</c:v>
                </c:pt>
                <c:pt idx="199">
                  <c:v>25.15</c:v>
                </c:pt>
                <c:pt idx="200">
                  <c:v>25.45</c:v>
                </c:pt>
                <c:pt idx="201">
                  <c:v>25.58</c:v>
                </c:pt>
                <c:pt idx="202">
                  <c:v>26.02</c:v>
                </c:pt>
                <c:pt idx="203">
                  <c:v>25.65</c:v>
                </c:pt>
                <c:pt idx="204">
                  <c:v>25.4</c:v>
                </c:pt>
                <c:pt idx="205">
                  <c:v>25.6</c:v>
                </c:pt>
                <c:pt idx="206">
                  <c:v>25.45</c:v>
                </c:pt>
                <c:pt idx="207">
                  <c:v>25.96</c:v>
                </c:pt>
                <c:pt idx="208">
                  <c:v>26.5</c:v>
                </c:pt>
                <c:pt idx="209">
                  <c:v>26.91</c:v>
                </c:pt>
                <c:pt idx="210">
                  <c:v>27.17</c:v>
                </c:pt>
                <c:pt idx="211">
                  <c:v>27.21</c:v>
                </c:pt>
                <c:pt idx="212">
                  <c:v>27.32</c:v>
                </c:pt>
                <c:pt idx="213">
                  <c:v>27.57</c:v>
                </c:pt>
                <c:pt idx="214">
                  <c:v>27.67</c:v>
                </c:pt>
                <c:pt idx="215">
                  <c:v>27.69</c:v>
                </c:pt>
                <c:pt idx="216">
                  <c:v>27.71</c:v>
                </c:pt>
                <c:pt idx="217">
                  <c:v>27.81</c:v>
                </c:pt>
                <c:pt idx="218">
                  <c:v>27.96</c:v>
                </c:pt>
                <c:pt idx="219">
                  <c:v>27.78</c:v>
                </c:pt>
                <c:pt idx="220">
                  <c:v>27.33</c:v>
                </c:pt>
                <c:pt idx="221">
                  <c:v>26.89</c:v>
                </c:pt>
                <c:pt idx="222">
                  <c:v>26.78</c:v>
                </c:pt>
                <c:pt idx="223">
                  <c:v>26.79</c:v>
                </c:pt>
                <c:pt idx="224">
                  <c:v>26.49</c:v>
                </c:pt>
                <c:pt idx="225">
                  <c:v>25.84</c:v>
                </c:pt>
                <c:pt idx="226">
                  <c:v>25.72</c:v>
                </c:pt>
                <c:pt idx="227">
                  <c:v>25.83</c:v>
                </c:pt>
                <c:pt idx="228">
                  <c:v>26.13</c:v>
                </c:pt>
                <c:pt idx="229">
                  <c:v>26.13</c:v>
                </c:pt>
                <c:pt idx="230">
                  <c:v>26.02</c:v>
                </c:pt>
                <c:pt idx="231">
                  <c:v>26.38</c:v>
                </c:pt>
                <c:pt idx="232">
                  <c:v>26.53</c:v>
                </c:pt>
                <c:pt idx="233">
                  <c:v>26.73</c:v>
                </c:pt>
                <c:pt idx="234">
                  <c:v>26.49</c:v>
                </c:pt>
                <c:pt idx="235">
                  <c:v>26.39</c:v>
                </c:pt>
                <c:pt idx="236">
                  <c:v>26.39</c:v>
                </c:pt>
                <c:pt idx="237">
                  <c:v>26.8</c:v>
                </c:pt>
                <c:pt idx="238">
                  <c:v>26.71</c:v>
                </c:pt>
                <c:pt idx="239">
                  <c:v>26.85</c:v>
                </c:pt>
                <c:pt idx="240">
                  <c:v>26.96</c:v>
                </c:pt>
                <c:pt idx="241">
                  <c:v>27.12</c:v>
                </c:pt>
                <c:pt idx="242">
                  <c:v>27.19</c:v>
                </c:pt>
                <c:pt idx="243">
                  <c:v>27.17</c:v>
                </c:pt>
                <c:pt idx="244">
                  <c:v>27.32</c:v>
                </c:pt>
                <c:pt idx="245">
                  <c:v>27.55</c:v>
                </c:pt>
                <c:pt idx="246">
                  <c:v>27.77</c:v>
                </c:pt>
                <c:pt idx="247">
                  <c:v>27.92</c:v>
                </c:pt>
                <c:pt idx="248">
                  <c:v>27.89</c:v>
                </c:pt>
                <c:pt idx="249">
                  <c:v>28.09</c:v>
                </c:pt>
                <c:pt idx="250">
                  <c:v>28.23</c:v>
                </c:pt>
                <c:pt idx="251">
                  <c:v>28.27</c:v>
                </c:pt>
                <c:pt idx="252">
                  <c:v>28.24</c:v>
                </c:pt>
                <c:pt idx="253">
                  <c:v>28.38</c:v>
                </c:pt>
                <c:pt idx="254">
                  <c:v>28.47</c:v>
                </c:pt>
                <c:pt idx="255">
                  <c:v>28.66</c:v>
                </c:pt>
                <c:pt idx="256">
                  <c:v>28.72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223-4DDF-9F3E-BEFDDFD5C3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PF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CC3-4812-9986-3A22C9D9EAB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5.54</c:v>
                </c:pt>
                <c:pt idx="1">
                  <c:v>5.68</c:v>
                </c:pt>
                <c:pt idx="2">
                  <c:v>5.88</c:v>
                </c:pt>
                <c:pt idx="3">
                  <c:v>5.93</c:v>
                </c:pt>
                <c:pt idx="4">
                  <c:v>6.13</c:v>
                </c:pt>
                <c:pt idx="5">
                  <c:v>6.31</c:v>
                </c:pt>
                <c:pt idx="6">
                  <c:v>6.39</c:v>
                </c:pt>
                <c:pt idx="7">
                  <c:v>6.53</c:v>
                </c:pt>
                <c:pt idx="8">
                  <c:v>6.65</c:v>
                </c:pt>
                <c:pt idx="9">
                  <c:v>6.72</c:v>
                </c:pt>
                <c:pt idx="10">
                  <c:v>6.94</c:v>
                </c:pt>
                <c:pt idx="11">
                  <c:v>7</c:v>
                </c:pt>
                <c:pt idx="12">
                  <c:v>6.96</c:v>
                </c:pt>
                <c:pt idx="13">
                  <c:v>7.06</c:v>
                </c:pt>
                <c:pt idx="14">
                  <c:v>7.2</c:v>
                </c:pt>
                <c:pt idx="15">
                  <c:v>7.15</c:v>
                </c:pt>
                <c:pt idx="16">
                  <c:v>7.17</c:v>
                </c:pt>
                <c:pt idx="17">
                  <c:v>7.18</c:v>
                </c:pt>
                <c:pt idx="18">
                  <c:v>7.2</c:v>
                </c:pt>
                <c:pt idx="19">
                  <c:v>7.13</c:v>
                </c:pt>
                <c:pt idx="20">
                  <c:v>6.97</c:v>
                </c:pt>
                <c:pt idx="21">
                  <c:v>6.9</c:v>
                </c:pt>
                <c:pt idx="22">
                  <c:v>6.82</c:v>
                </c:pt>
                <c:pt idx="23">
                  <c:v>6.72</c:v>
                </c:pt>
                <c:pt idx="24">
                  <c:v>6.64</c:v>
                </c:pt>
                <c:pt idx="25">
                  <c:v>6.55</c:v>
                </c:pt>
                <c:pt idx="26">
                  <c:v>6.58</c:v>
                </c:pt>
                <c:pt idx="27">
                  <c:v>6.32</c:v>
                </c:pt>
                <c:pt idx="28">
                  <c:v>6.25</c:v>
                </c:pt>
                <c:pt idx="29">
                  <c:v>6.13</c:v>
                </c:pt>
                <c:pt idx="30">
                  <c:v>6.09</c:v>
                </c:pt>
                <c:pt idx="31">
                  <c:v>5.87</c:v>
                </c:pt>
                <c:pt idx="32">
                  <c:v>5.76</c:v>
                </c:pt>
                <c:pt idx="33">
                  <c:v>5.76</c:v>
                </c:pt>
                <c:pt idx="34">
                  <c:v>5.68</c:v>
                </c:pt>
                <c:pt idx="35">
                  <c:v>5.6</c:v>
                </c:pt>
                <c:pt idx="36">
                  <c:v>5.63</c:v>
                </c:pt>
                <c:pt idx="37">
                  <c:v>5.66</c:v>
                </c:pt>
                <c:pt idx="38">
                  <c:v>5.8</c:v>
                </c:pt>
                <c:pt idx="39">
                  <c:v>5.67</c:v>
                </c:pt>
                <c:pt idx="40">
                  <c:v>5.75</c:v>
                </c:pt>
                <c:pt idx="41">
                  <c:v>5.75</c:v>
                </c:pt>
                <c:pt idx="42">
                  <c:v>5.73</c:v>
                </c:pt>
                <c:pt idx="43">
                  <c:v>5.67</c:v>
                </c:pt>
                <c:pt idx="44">
                  <c:v>5.51</c:v>
                </c:pt>
                <c:pt idx="45">
                  <c:v>5.36</c:v>
                </c:pt>
                <c:pt idx="46">
                  <c:v>5.38</c:v>
                </c:pt>
                <c:pt idx="47">
                  <c:v>5.4</c:v>
                </c:pt>
                <c:pt idx="48">
                  <c:v>5.22</c:v>
                </c:pt>
                <c:pt idx="49">
                  <c:v>5.33</c:v>
                </c:pt>
                <c:pt idx="50">
                  <c:v>5.5</c:v>
                </c:pt>
                <c:pt idx="51">
                  <c:v>5.36</c:v>
                </c:pt>
                <c:pt idx="52">
                  <c:v>5.51</c:v>
                </c:pt>
                <c:pt idx="53">
                  <c:v>5.67</c:v>
                </c:pt>
                <c:pt idx="54">
                  <c:v>5.81</c:v>
                </c:pt>
                <c:pt idx="55">
                  <c:v>5.84</c:v>
                </c:pt>
                <c:pt idx="56">
                  <c:v>6.03</c:v>
                </c:pt>
                <c:pt idx="57">
                  <c:v>6.24</c:v>
                </c:pt>
                <c:pt idx="58">
                  <c:v>6.32</c:v>
                </c:pt>
                <c:pt idx="59">
                  <c:v>6.27</c:v>
                </c:pt>
                <c:pt idx="60">
                  <c:v>6.24</c:v>
                </c:pt>
                <c:pt idx="61">
                  <c:v>6.33</c:v>
                </c:pt>
                <c:pt idx="62">
                  <c:v>6.4</c:v>
                </c:pt>
                <c:pt idx="63">
                  <c:v>6.23</c:v>
                </c:pt>
                <c:pt idx="64">
                  <c:v>6.28</c:v>
                </c:pt>
                <c:pt idx="65">
                  <c:v>6.29</c:v>
                </c:pt>
                <c:pt idx="66">
                  <c:v>6.31</c:v>
                </c:pt>
                <c:pt idx="67">
                  <c:v>6.24</c:v>
                </c:pt>
                <c:pt idx="68">
                  <c:v>6.16</c:v>
                </c:pt>
                <c:pt idx="69">
                  <c:v>6.13</c:v>
                </c:pt>
                <c:pt idx="70">
                  <c:v>6.09</c:v>
                </c:pt>
                <c:pt idx="71">
                  <c:v>6</c:v>
                </c:pt>
                <c:pt idx="72">
                  <c:v>5.97</c:v>
                </c:pt>
                <c:pt idx="73">
                  <c:v>5.94</c:v>
                </c:pt>
                <c:pt idx="74">
                  <c:v>6.02</c:v>
                </c:pt>
                <c:pt idx="75">
                  <c:v>5.84</c:v>
                </c:pt>
                <c:pt idx="76">
                  <c:v>5.81</c:v>
                </c:pt>
                <c:pt idx="77">
                  <c:v>5.81</c:v>
                </c:pt>
                <c:pt idx="78">
                  <c:v>5.7</c:v>
                </c:pt>
                <c:pt idx="79">
                  <c:v>5.64</c:v>
                </c:pt>
                <c:pt idx="80">
                  <c:v>5.48</c:v>
                </c:pt>
                <c:pt idx="81">
                  <c:v>5.31</c:v>
                </c:pt>
                <c:pt idx="82">
                  <c:v>5.34</c:v>
                </c:pt>
                <c:pt idx="83">
                  <c:v>5.23</c:v>
                </c:pt>
                <c:pt idx="84">
                  <c:v>5.17</c:v>
                </c:pt>
                <c:pt idx="85">
                  <c:v>5.16</c:v>
                </c:pt>
                <c:pt idx="86">
                  <c:v>5.12</c:v>
                </c:pt>
                <c:pt idx="87">
                  <c:v>5.04</c:v>
                </c:pt>
                <c:pt idx="88">
                  <c:v>5.0999999999999996</c:v>
                </c:pt>
                <c:pt idx="89">
                  <c:v>5.07</c:v>
                </c:pt>
                <c:pt idx="90">
                  <c:v>5.05</c:v>
                </c:pt>
                <c:pt idx="91">
                  <c:v>5.01</c:v>
                </c:pt>
                <c:pt idx="92">
                  <c:v>4.8499999999999996</c:v>
                </c:pt>
                <c:pt idx="93">
                  <c:v>4.88</c:v>
                </c:pt>
                <c:pt idx="94">
                  <c:v>4.8899999999999997</c:v>
                </c:pt>
                <c:pt idx="95">
                  <c:v>4.78</c:v>
                </c:pt>
                <c:pt idx="96">
                  <c:v>4.8099999999999996</c:v>
                </c:pt>
                <c:pt idx="97">
                  <c:v>4.8099999999999996</c:v>
                </c:pt>
                <c:pt idx="98">
                  <c:v>4.8899999999999997</c:v>
                </c:pt>
                <c:pt idx="99">
                  <c:v>4.87</c:v>
                </c:pt>
                <c:pt idx="100">
                  <c:v>4.92</c:v>
                </c:pt>
                <c:pt idx="101">
                  <c:v>4.95</c:v>
                </c:pt>
                <c:pt idx="102">
                  <c:v>5.07</c:v>
                </c:pt>
                <c:pt idx="103">
                  <c:v>5.07</c:v>
                </c:pt>
                <c:pt idx="104">
                  <c:v>5.0599999999999996</c:v>
                </c:pt>
                <c:pt idx="105">
                  <c:v>5.0999999999999996</c:v>
                </c:pt>
                <c:pt idx="106">
                  <c:v>5.05</c:v>
                </c:pt>
                <c:pt idx="107">
                  <c:v>5.17</c:v>
                </c:pt>
                <c:pt idx="108">
                  <c:v>5.29</c:v>
                </c:pt>
                <c:pt idx="109">
                  <c:v>5.6</c:v>
                </c:pt>
                <c:pt idx="110">
                  <c:v>5.69</c:v>
                </c:pt>
                <c:pt idx="111">
                  <c:v>5.39</c:v>
                </c:pt>
                <c:pt idx="112">
                  <c:v>5.2</c:v>
                </c:pt>
                <c:pt idx="113">
                  <c:v>4.95</c:v>
                </c:pt>
                <c:pt idx="114">
                  <c:v>4.7300000000000004</c:v>
                </c:pt>
                <c:pt idx="115">
                  <c:v>4.59</c:v>
                </c:pt>
                <c:pt idx="116">
                  <c:v>4.3600000000000003</c:v>
                </c:pt>
                <c:pt idx="117">
                  <c:v>4.2300000000000004</c:v>
                </c:pt>
                <c:pt idx="118">
                  <c:v>4.2</c:v>
                </c:pt>
                <c:pt idx="119">
                  <c:v>4.13</c:v>
                </c:pt>
                <c:pt idx="120">
                  <c:v>4.09</c:v>
                </c:pt>
                <c:pt idx="121">
                  <c:v>4.0999999999999996</c:v>
                </c:pt>
                <c:pt idx="122">
                  <c:v>4.17</c:v>
                </c:pt>
                <c:pt idx="123">
                  <c:v>4.0999999999999996</c:v>
                </c:pt>
                <c:pt idx="124">
                  <c:v>4.16</c:v>
                </c:pt>
                <c:pt idx="125">
                  <c:v>4.2</c:v>
                </c:pt>
                <c:pt idx="126">
                  <c:v>4.29</c:v>
                </c:pt>
                <c:pt idx="127">
                  <c:v>4.3099999999999996</c:v>
                </c:pt>
                <c:pt idx="128">
                  <c:v>4.34</c:v>
                </c:pt>
                <c:pt idx="129">
                  <c:v>4.45</c:v>
                </c:pt>
                <c:pt idx="130">
                  <c:v>4.72</c:v>
                </c:pt>
                <c:pt idx="131">
                  <c:v>4.8099999999999996</c:v>
                </c:pt>
                <c:pt idx="132">
                  <c:v>4.9400000000000004</c:v>
                </c:pt>
                <c:pt idx="133">
                  <c:v>5.13</c:v>
                </c:pt>
                <c:pt idx="134">
                  <c:v>5.35</c:v>
                </c:pt>
                <c:pt idx="135">
                  <c:v>5.34</c:v>
                </c:pt>
                <c:pt idx="136">
                  <c:v>5.56</c:v>
                </c:pt>
                <c:pt idx="137">
                  <c:v>5.72</c:v>
                </c:pt>
                <c:pt idx="138">
                  <c:v>5.8</c:v>
                </c:pt>
                <c:pt idx="139">
                  <c:v>5.91</c:v>
                </c:pt>
                <c:pt idx="140">
                  <c:v>5.92</c:v>
                </c:pt>
                <c:pt idx="141">
                  <c:v>6.02</c:v>
                </c:pt>
                <c:pt idx="142">
                  <c:v>6.22</c:v>
                </c:pt>
                <c:pt idx="143">
                  <c:v>6.25</c:v>
                </c:pt>
                <c:pt idx="144">
                  <c:v>6.19</c:v>
                </c:pt>
                <c:pt idx="145">
                  <c:v>6.35</c:v>
                </c:pt>
                <c:pt idx="146">
                  <c:v>6.47</c:v>
                </c:pt>
                <c:pt idx="147">
                  <c:v>6.42</c:v>
                </c:pt>
                <c:pt idx="148">
                  <c:v>6.31</c:v>
                </c:pt>
                <c:pt idx="149">
                  <c:v>6.2</c:v>
                </c:pt>
                <c:pt idx="150">
                  <c:v>6.07</c:v>
                </c:pt>
                <c:pt idx="151">
                  <c:v>6.05</c:v>
                </c:pt>
                <c:pt idx="152">
                  <c:v>5.91</c:v>
                </c:pt>
                <c:pt idx="153">
                  <c:v>5.73</c:v>
                </c:pt>
                <c:pt idx="154">
                  <c:v>5.7</c:v>
                </c:pt>
                <c:pt idx="155">
                  <c:v>5.66</c:v>
                </c:pt>
                <c:pt idx="156">
                  <c:v>5.58</c:v>
                </c:pt>
                <c:pt idx="157">
                  <c:v>5.63</c:v>
                </c:pt>
                <c:pt idx="158">
                  <c:v>5.72</c:v>
                </c:pt>
                <c:pt idx="159">
                  <c:v>5.59</c:v>
                </c:pt>
                <c:pt idx="160">
                  <c:v>5.65</c:v>
                </c:pt>
                <c:pt idx="161">
                  <c:v>5.65</c:v>
                </c:pt>
                <c:pt idx="162">
                  <c:v>5.69</c:v>
                </c:pt>
                <c:pt idx="163">
                  <c:v>5.59</c:v>
                </c:pt>
                <c:pt idx="164">
                  <c:v>5.47</c:v>
                </c:pt>
                <c:pt idx="165">
                  <c:v>5.4</c:v>
                </c:pt>
                <c:pt idx="166">
                  <c:v>5.74</c:v>
                </c:pt>
                <c:pt idx="167">
                  <c:v>5.81</c:v>
                </c:pt>
                <c:pt idx="168">
                  <c:v>5.91</c:v>
                </c:pt>
                <c:pt idx="169">
                  <c:v>6.21</c:v>
                </c:pt>
                <c:pt idx="170">
                  <c:v>6.38</c:v>
                </c:pt>
                <c:pt idx="171">
                  <c:v>6.5</c:v>
                </c:pt>
                <c:pt idx="172">
                  <c:v>6.73</c:v>
                </c:pt>
                <c:pt idx="173">
                  <c:v>6.97</c:v>
                </c:pt>
                <c:pt idx="174">
                  <c:v>6.89</c:v>
                </c:pt>
                <c:pt idx="175">
                  <c:v>6.86</c:v>
                </c:pt>
                <c:pt idx="176">
                  <c:v>6.94</c:v>
                </c:pt>
                <c:pt idx="177">
                  <c:v>7.06</c:v>
                </c:pt>
                <c:pt idx="178">
                  <c:v>7.17</c:v>
                </c:pt>
                <c:pt idx="179">
                  <c:v>7.42</c:v>
                </c:pt>
                <c:pt idx="180">
                  <c:v>7.25</c:v>
                </c:pt>
                <c:pt idx="181">
                  <c:v>7.37</c:v>
                </c:pt>
                <c:pt idx="182">
                  <c:v>7.56</c:v>
                </c:pt>
                <c:pt idx="183">
                  <c:v>7.37</c:v>
                </c:pt>
                <c:pt idx="184">
                  <c:v>7.78</c:v>
                </c:pt>
                <c:pt idx="185">
                  <c:v>8.01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C3-4812-9986-3A22C9D9EA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ax val="9"/>
          <c:min val="3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Mercado (mediana QPC)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-54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34-48EB-BC9E-EEBCB9C330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PLOA 2027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>
                  <c:v>19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34-48EB-BC9E-EEBCB9C330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DLSP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EF1-4797-BB07-1BE9A2D45E9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Sheet1!$B$2:$B$26</c:f>
              <c:numCache>
                <c:formatCode>0.0</c:formatCode>
                <c:ptCount val="25"/>
                <c:pt idx="0">
                  <c:v>46.49</c:v>
                </c:pt>
                <c:pt idx="1">
                  <c:v>44.55</c:v>
                </c:pt>
                <c:pt idx="2">
                  <c:v>37.57</c:v>
                </c:pt>
                <c:pt idx="3">
                  <c:v>40.880000000000003</c:v>
                </c:pt>
                <c:pt idx="4">
                  <c:v>37.979999999999997</c:v>
                </c:pt>
                <c:pt idx="5">
                  <c:v>34.47</c:v>
                </c:pt>
                <c:pt idx="6">
                  <c:v>32.19</c:v>
                </c:pt>
                <c:pt idx="7">
                  <c:v>30.5</c:v>
                </c:pt>
                <c:pt idx="8">
                  <c:v>32.590000000000003</c:v>
                </c:pt>
                <c:pt idx="9">
                  <c:v>35.64</c:v>
                </c:pt>
                <c:pt idx="10">
                  <c:v>46.14</c:v>
                </c:pt>
                <c:pt idx="11">
                  <c:v>51.37</c:v>
                </c:pt>
                <c:pt idx="12">
                  <c:v>52.77</c:v>
                </c:pt>
                <c:pt idx="13">
                  <c:v>54.7</c:v>
                </c:pt>
                <c:pt idx="14">
                  <c:v>61.37</c:v>
                </c:pt>
                <c:pt idx="15">
                  <c:v>55.11</c:v>
                </c:pt>
                <c:pt idx="16">
                  <c:v>56.13</c:v>
                </c:pt>
                <c:pt idx="17">
                  <c:v>60.43</c:v>
                </c:pt>
                <c:pt idx="18">
                  <c:v>61.3</c:v>
                </c:pt>
                <c:pt idx="19">
                  <c:v>65.239999999999995</c:v>
                </c:pt>
                <c:pt idx="20">
                  <c:v>69.27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F1-4797-BB07-1BE9A2D45E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DBGG (projeção Focus)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dLbls>
            <c:dLbl>
              <c:idx val="2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EF1-4797-BB07-1BE9A2D45E9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20" formatCode="0.0">
                  <c:v>82.87</c:v>
                </c:pt>
                <c:pt idx="21" formatCode="0.0">
                  <c:v>87.2</c:v>
                </c:pt>
                <c:pt idx="22" formatCode="0.0">
                  <c:v>90.100099999999998</c:v>
                </c:pt>
                <c:pt idx="23" formatCode="0.0">
                  <c:v>92.65</c:v>
                </c:pt>
                <c:pt idx="24" formatCode="0.0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EF1-4797-BB07-1BE9A2D45E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DBGG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EF1-4797-BB07-1BE9A2D45E9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Sheet1!$D$2:$D$26</c:f>
              <c:numCache>
                <c:formatCode>0.0</c:formatCode>
                <c:ptCount val="25"/>
                <c:pt idx="0">
                  <c:v>55.48</c:v>
                </c:pt>
                <c:pt idx="1">
                  <c:v>56.72</c:v>
                </c:pt>
                <c:pt idx="2">
                  <c:v>55.98</c:v>
                </c:pt>
                <c:pt idx="3">
                  <c:v>59.21</c:v>
                </c:pt>
                <c:pt idx="4">
                  <c:v>51.77</c:v>
                </c:pt>
                <c:pt idx="5">
                  <c:v>51.27</c:v>
                </c:pt>
                <c:pt idx="6">
                  <c:v>53.67</c:v>
                </c:pt>
                <c:pt idx="7">
                  <c:v>51.54</c:v>
                </c:pt>
                <c:pt idx="8">
                  <c:v>56.28</c:v>
                </c:pt>
                <c:pt idx="9">
                  <c:v>65.5</c:v>
                </c:pt>
                <c:pt idx="10">
                  <c:v>69.84</c:v>
                </c:pt>
                <c:pt idx="11">
                  <c:v>73.72</c:v>
                </c:pt>
                <c:pt idx="12">
                  <c:v>75.27</c:v>
                </c:pt>
                <c:pt idx="13">
                  <c:v>74.44</c:v>
                </c:pt>
                <c:pt idx="14">
                  <c:v>86.94</c:v>
                </c:pt>
                <c:pt idx="15">
                  <c:v>77.31</c:v>
                </c:pt>
                <c:pt idx="16">
                  <c:v>71.680000000000007</c:v>
                </c:pt>
                <c:pt idx="17">
                  <c:v>73.83</c:v>
                </c:pt>
                <c:pt idx="18">
                  <c:v>76.27</c:v>
                </c:pt>
                <c:pt idx="19">
                  <c:v>78.64</c:v>
                </c:pt>
                <c:pt idx="20">
                  <c:v>82.87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EF1-4797-BB07-1BE9A2D45E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00"/>
          <c:min val="2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China</c:v>
                </c:pt>
              </c:strCache>
            </c:strRef>
          </c:tx>
          <c:spPr>
            <a:ln w="19050">
              <a:solidFill>
                <a:srgbClr val="C3C8D1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C3C8D1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B3F-4B10-88B8-B26217206C0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Sheet1!$B$2:$B$36</c:f>
              <c:numCache>
                <c:formatCode>0.0</c:formatCode>
                <c:ptCount val="35"/>
                <c:pt idx="0">
                  <c:v>3.5560181270192328</c:v>
                </c:pt>
                <c:pt idx="1">
                  <c:v>3.9225836441045034</c:v>
                </c:pt>
                <c:pt idx="2">
                  <c:v>4.4004895243873099</c:v>
                </c:pt>
                <c:pt idx="3">
                  <c:v>4.8726124508559581</c:v>
                </c:pt>
                <c:pt idx="4">
                  <c:v>5.3260078516589964</c:v>
                </c:pt>
                <c:pt idx="5">
                  <c:v>5.6917925979549358</c:v>
                </c:pt>
                <c:pt idx="6">
                  <c:v>6.0306012867121845</c:v>
                </c:pt>
                <c:pt idx="7">
                  <c:v>6.2702692329834386</c:v>
                </c:pt>
                <c:pt idx="8">
                  <c:v>6.4968200314737743</c:v>
                </c:pt>
                <c:pt idx="9">
                  <c:v>6.8288068688265149</c:v>
                </c:pt>
                <c:pt idx="10">
                  <c:v>7.2706643013444507</c:v>
                </c:pt>
                <c:pt idx="11">
                  <c:v>7.7056017493893885</c:v>
                </c:pt>
                <c:pt idx="12">
                  <c:v>8.1968482262670754</c:v>
                </c:pt>
                <c:pt idx="13">
                  <c:v>8.6897049444463104</c:v>
                </c:pt>
                <c:pt idx="14">
                  <c:v>9.404184404184404</c:v>
                </c:pt>
                <c:pt idx="15">
                  <c:v>10.3908531049881</c:v>
                </c:pt>
                <c:pt idx="16">
                  <c:v>11.648216581626466</c:v>
                </c:pt>
                <c:pt idx="17">
                  <c:v>12.717639373876017</c:v>
                </c:pt>
                <c:pt idx="18">
                  <c:v>13.739520265473312</c:v>
                </c:pt>
                <c:pt idx="19">
                  <c:v>14.669646793141583</c:v>
                </c:pt>
                <c:pt idx="20">
                  <c:v>15.864601579545804</c:v>
                </c:pt>
                <c:pt idx="21">
                  <c:v>17.00044299833494</c:v>
                </c:pt>
                <c:pt idx="22">
                  <c:v>18.128367706294448</c:v>
                </c:pt>
                <c:pt idx="23">
                  <c:v>19.315973863269793</c:v>
                </c:pt>
                <c:pt idx="24">
                  <c:v>20.381915649804526</c:v>
                </c:pt>
                <c:pt idx="25">
                  <c:v>21.709305677727432</c:v>
                </c:pt>
                <c:pt idx="26">
                  <c:v>23.039036045676426</c:v>
                </c:pt>
                <c:pt idx="27">
                  <c:v>24.237047295494051</c:v>
                </c:pt>
                <c:pt idx="28">
                  <c:v>25.505446560967265</c:v>
                </c:pt>
                <c:pt idx="29">
                  <c:v>25.703028641907633</c:v>
                </c:pt>
                <c:pt idx="30">
                  <c:v>26.33190161135418</c:v>
                </c:pt>
                <c:pt idx="31">
                  <c:v>27.853114930182599</c:v>
                </c:pt>
                <c:pt idx="32">
                  <c:v>28.73604370541279</c:v>
                </c:pt>
                <c:pt idx="33">
                  <c:v>29.768329988504178</c:v>
                </c:pt>
                <c:pt idx="34">
                  <c:v>30.656822713287426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3F-4B10-88B8-B26217206C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Chile</c:v>
                </c:pt>
              </c:strCache>
            </c:strRef>
          </c:tx>
          <c:spPr>
            <a:ln w="19050">
              <a:solidFill>
                <a:srgbClr val="7A8394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A8394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B3F-4B10-88B8-B26217206C0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Sheet1!$C$2:$C$36</c:f>
              <c:numCache>
                <c:formatCode>0.0</c:formatCode>
                <c:ptCount val="35"/>
                <c:pt idx="0">
                  <c:v>35.440924564713029</c:v>
                </c:pt>
                <c:pt idx="1">
                  <c:v>36.705156512460782</c:v>
                </c:pt>
                <c:pt idx="2">
                  <c:v>37.709067707080322</c:v>
                </c:pt>
                <c:pt idx="3">
                  <c:v>38.654820501707789</c:v>
                </c:pt>
                <c:pt idx="4">
                  <c:v>40.08753677261965</c:v>
                </c:pt>
                <c:pt idx="5">
                  <c:v>42.131933761650529</c:v>
                </c:pt>
                <c:pt idx="6">
                  <c:v>43.435895920156845</c:v>
                </c:pt>
                <c:pt idx="7">
                  <c:v>43.265337452745101</c:v>
                </c:pt>
                <c:pt idx="8">
                  <c:v>42.984048942648826</c:v>
                </c:pt>
                <c:pt idx="9">
                  <c:v>43.531369945245842</c:v>
                </c:pt>
                <c:pt idx="10">
                  <c:v>44.329980459076623</c:v>
                </c:pt>
                <c:pt idx="11">
                  <c:v>44.295526888926119</c:v>
                </c:pt>
                <c:pt idx="12">
                  <c:v>43.835804975398275</c:v>
                </c:pt>
                <c:pt idx="13">
                  <c:v>44.709811688093723</c:v>
                </c:pt>
                <c:pt idx="14">
                  <c:v>45.006270006270007</c:v>
                </c:pt>
                <c:pt idx="15">
                  <c:v>45.394247204979102</c:v>
                </c:pt>
                <c:pt idx="16">
                  <c:v>45.716318823938479</c:v>
                </c:pt>
                <c:pt idx="17">
                  <c:v>46.02543527874775</c:v>
                </c:pt>
                <c:pt idx="18">
                  <c:v>45.476663396112031</c:v>
                </c:pt>
                <c:pt idx="19">
                  <c:v>43.070045861980958</c:v>
                </c:pt>
                <c:pt idx="20">
                  <c:v>43.299222519283362</c:v>
                </c:pt>
                <c:pt idx="21">
                  <c:v>44.73901287750332</c:v>
                </c:pt>
                <c:pt idx="22">
                  <c:v>44.82138403754449</c:v>
                </c:pt>
                <c:pt idx="23">
                  <c:v>44.655248726547086</c:v>
                </c:pt>
                <c:pt idx="24">
                  <c:v>44.243869209809269</c:v>
                </c:pt>
                <c:pt idx="25">
                  <c:v>44.355905767908752</c:v>
                </c:pt>
                <c:pt idx="26">
                  <c:v>43.42045471203037</c:v>
                </c:pt>
                <c:pt idx="27">
                  <c:v>43.469009441787662</c:v>
                </c:pt>
                <c:pt idx="28">
                  <c:v>42.425430591992701</c:v>
                </c:pt>
                <c:pt idx="29">
                  <c:v>43.934493627518158</c:v>
                </c:pt>
                <c:pt idx="30">
                  <c:v>45.39670259310639</c:v>
                </c:pt>
                <c:pt idx="31">
                  <c:v>43.730531686358752</c:v>
                </c:pt>
                <c:pt idx="32">
                  <c:v>42.437743655024271</c:v>
                </c:pt>
                <c:pt idx="33">
                  <c:v>41.634354967558409</c:v>
                </c:pt>
                <c:pt idx="34">
                  <c:v>41.540166769650213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B3F-4B10-88B8-B26217206C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Coreia do Sul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B3F-4B10-88B8-B26217206C0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Sheet1!$D$2:$D$36</c:f>
              <c:numCache>
                <c:formatCode>0.0</c:formatCode>
                <c:ptCount val="35"/>
                <c:pt idx="0">
                  <c:v>39.005615906676205</c:v>
                </c:pt>
                <c:pt idx="1">
                  <c:v>39.576576481401268</c:v>
                </c:pt>
                <c:pt idx="2">
                  <c:v>41.385730573308372</c:v>
                </c:pt>
                <c:pt idx="3">
                  <c:v>43.228183140884745</c:v>
                </c:pt>
                <c:pt idx="4">
                  <c:v>45.856353591160222</c:v>
                </c:pt>
                <c:pt idx="5">
                  <c:v>47.573371942207345</c:v>
                </c:pt>
                <c:pt idx="6">
                  <c:v>48.747278298308352</c:v>
                </c:pt>
                <c:pt idx="7">
                  <c:v>48.035923317533722</c:v>
                </c:pt>
                <c:pt idx="8">
                  <c:v>51.130914136193908</c:v>
                </c:pt>
                <c:pt idx="9">
                  <c:v>52.143779673657974</c:v>
                </c:pt>
                <c:pt idx="10">
                  <c:v>52.989220974524763</c:v>
                </c:pt>
                <c:pt idx="11">
                  <c:v>54.55467282715081</c:v>
                </c:pt>
                <c:pt idx="12">
                  <c:v>54.959914668134743</c:v>
                </c:pt>
                <c:pt idx="13">
                  <c:v>55.298580108086334</c:v>
                </c:pt>
                <c:pt idx="14">
                  <c:v>56.546381546381539</c:v>
                </c:pt>
                <c:pt idx="15">
                  <c:v>58.244391556460648</c:v>
                </c:pt>
                <c:pt idx="16">
                  <c:v>60.203611311020722</c:v>
                </c:pt>
                <c:pt idx="17">
                  <c:v>61.405956403577392</c:v>
                </c:pt>
                <c:pt idx="18">
                  <c:v>61.347628050191048</c:v>
                </c:pt>
                <c:pt idx="19">
                  <c:v>62.757441937804039</c:v>
                </c:pt>
                <c:pt idx="20">
                  <c:v>63.156479518146334</c:v>
                </c:pt>
                <c:pt idx="21">
                  <c:v>63.172326352290611</c:v>
                </c:pt>
                <c:pt idx="22">
                  <c:v>63.548287145847659</c:v>
                </c:pt>
                <c:pt idx="23">
                  <c:v>63.458840651467753</c:v>
                </c:pt>
                <c:pt idx="24">
                  <c:v>63.795758796351144</c:v>
                </c:pt>
                <c:pt idx="25">
                  <c:v>65.162659018501955</c:v>
                </c:pt>
                <c:pt idx="26">
                  <c:v>66.084228733930431</c:v>
                </c:pt>
                <c:pt idx="27">
                  <c:v>66.859253168300398</c:v>
                </c:pt>
                <c:pt idx="28">
                  <c:v>66.835148853655753</c:v>
                </c:pt>
                <c:pt idx="29">
                  <c:v>64.345621488282859</c:v>
                </c:pt>
                <c:pt idx="30">
                  <c:v>64.884350656280006</c:v>
                </c:pt>
                <c:pt idx="31">
                  <c:v>65.091299677765846</c:v>
                </c:pt>
                <c:pt idx="32">
                  <c:v>64.32956745431882</c:v>
                </c:pt>
                <c:pt idx="33">
                  <c:v>63.817391812637617</c:v>
                </c:pt>
                <c:pt idx="34">
                  <c:v>63.093455979309866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9B3F-4B10-88B8-B26217206C0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Brasil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B3F-4B10-88B8-B26217206C0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Sheet1!$E$2:$E$36</c:f>
              <c:numCache>
                <c:formatCode>0.0</c:formatCode>
                <c:ptCount val="35"/>
                <c:pt idx="0">
                  <c:v>34.738394154253129</c:v>
                </c:pt>
                <c:pt idx="1">
                  <c:v>32.787855097879714</c:v>
                </c:pt>
                <c:pt idx="2">
                  <c:v>32.740604374339718</c:v>
                </c:pt>
                <c:pt idx="3">
                  <c:v>33.454065153907273</c:v>
                </c:pt>
                <c:pt idx="4">
                  <c:v>33.889236257034206</c:v>
                </c:pt>
                <c:pt idx="5">
                  <c:v>34.413175278255359</c:v>
                </c:pt>
                <c:pt idx="6">
                  <c:v>33.971763268603631</c:v>
                </c:pt>
                <c:pt idx="7">
                  <c:v>32.771391836656363</c:v>
                </c:pt>
                <c:pt idx="8">
                  <c:v>31.245635109087356</c:v>
                </c:pt>
                <c:pt idx="9">
                  <c:v>30.98066323467884</c:v>
                </c:pt>
                <c:pt idx="10">
                  <c:v>30.259615124854793</c:v>
                </c:pt>
                <c:pt idx="11">
                  <c:v>29.491848233416512</c:v>
                </c:pt>
                <c:pt idx="12">
                  <c:v>28.735849705811511</c:v>
                </c:pt>
                <c:pt idx="13">
                  <c:v>28.542177167600951</c:v>
                </c:pt>
                <c:pt idx="14">
                  <c:v>28.304953304953308</c:v>
                </c:pt>
                <c:pt idx="15">
                  <c:v>28.54315414121092</c:v>
                </c:pt>
                <c:pt idx="16">
                  <c:v>29.484826186452327</c:v>
                </c:pt>
                <c:pt idx="17">
                  <c:v>30.130402174176012</c:v>
                </c:pt>
                <c:pt idx="18">
                  <c:v>29.584160943196046</c:v>
                </c:pt>
                <c:pt idx="19">
                  <c:v>30.628533422015298</c:v>
                </c:pt>
                <c:pt idx="20">
                  <c:v>31.502565993669524</c:v>
                </c:pt>
                <c:pt idx="21">
                  <c:v>31.578143378702471</c:v>
                </c:pt>
                <c:pt idx="22">
                  <c:v>31.708773229143837</c:v>
                </c:pt>
                <c:pt idx="23">
                  <c:v>31.223790125957436</c:v>
                </c:pt>
                <c:pt idx="24">
                  <c:v>29.795788413695064</c:v>
                </c:pt>
                <c:pt idx="25">
                  <c:v>29.382110095133907</c:v>
                </c:pt>
                <c:pt idx="26">
                  <c:v>29.469062871047658</c:v>
                </c:pt>
                <c:pt idx="27">
                  <c:v>29.059644111685746</c:v>
                </c:pt>
                <c:pt idx="28">
                  <c:v>28.477529371506787</c:v>
                </c:pt>
                <c:pt idx="29">
                  <c:v>28.705632451692477</c:v>
                </c:pt>
                <c:pt idx="30">
                  <c:v>27.948591398996903</c:v>
                </c:pt>
                <c:pt idx="31">
                  <c:v>27.069683136412458</c:v>
                </c:pt>
                <c:pt idx="32">
                  <c:v>27.28140663537274</c:v>
                </c:pt>
                <c:pt idx="33">
                  <c:v>26.915158246140457</c:v>
                </c:pt>
                <c:pt idx="34">
                  <c:v>26.652567475459126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9B3F-4B10-88B8-B26217206C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Países da OCDE e parceiros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Irlanda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B1C-4897-AB4A-611C3187D30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Austrália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B1C-4897-AB4A-611C3187D30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Coreia do Sul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B1C-4897-AB4A-611C3187D309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Chile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B1C-4897-AB4A-611C3187D309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Suíça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B1C-4897-AB4A-611C3187D309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EUA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B1C-4897-AB4A-611C3187D309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Noruega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B1C-4897-AB4A-611C3187D309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Colômbia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B1C-4897-AB4A-611C3187D309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México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B1C-4897-AB4A-611C3187D3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Sheet1!$A$2:$A$41</c:f>
              <c:numCache>
                <c:formatCode>General</c:formatCode>
                <c:ptCount val="40"/>
                <c:pt idx="0">
                  <c:v>469.2</c:v>
                </c:pt>
                <c:pt idx="1">
                  <c:v>408.9</c:v>
                </c:pt>
                <c:pt idx="2">
                  <c:v>380.7</c:v>
                </c:pt>
                <c:pt idx="3">
                  <c:v>377.3</c:v>
                </c:pt>
                <c:pt idx="4">
                  <c:v>368.6</c:v>
                </c:pt>
                <c:pt idx="5">
                  <c:v>347.9</c:v>
                </c:pt>
                <c:pt idx="6">
                  <c:v>343.3</c:v>
                </c:pt>
                <c:pt idx="7">
                  <c:v>334.8</c:v>
                </c:pt>
                <c:pt idx="8">
                  <c:v>319.5</c:v>
                </c:pt>
                <c:pt idx="9">
                  <c:v>318.7</c:v>
                </c:pt>
                <c:pt idx="10">
                  <c:v>315.2</c:v>
                </c:pt>
                <c:pt idx="11">
                  <c:v>302.2</c:v>
                </c:pt>
                <c:pt idx="12">
                  <c:v>293.89999999999998</c:v>
                </c:pt>
                <c:pt idx="13">
                  <c:v>272.10000000000002</c:v>
                </c:pt>
                <c:pt idx="14">
                  <c:v>268.5</c:v>
                </c:pt>
                <c:pt idx="15">
                  <c:v>267.89999999999998</c:v>
                </c:pt>
                <c:pt idx="16">
                  <c:v>265.89999999999998</c:v>
                </c:pt>
                <c:pt idx="17">
                  <c:v>265.39999999999998</c:v>
                </c:pt>
                <c:pt idx="18">
                  <c:v>264.60000000000002</c:v>
                </c:pt>
                <c:pt idx="19">
                  <c:v>239</c:v>
                </c:pt>
                <c:pt idx="20">
                  <c:v>237.8</c:v>
                </c:pt>
                <c:pt idx="21">
                  <c:v>235.9</c:v>
                </c:pt>
                <c:pt idx="22">
                  <c:v>235.1</c:v>
                </c:pt>
                <c:pt idx="23">
                  <c:v>220.4</c:v>
                </c:pt>
                <c:pt idx="24">
                  <c:v>214.4</c:v>
                </c:pt>
                <c:pt idx="25">
                  <c:v>214.3</c:v>
                </c:pt>
                <c:pt idx="26">
                  <c:v>211.1</c:v>
                </c:pt>
                <c:pt idx="27">
                  <c:v>208.6</c:v>
                </c:pt>
                <c:pt idx="28">
                  <c:v>196.4</c:v>
                </c:pt>
                <c:pt idx="29">
                  <c:v>194.9</c:v>
                </c:pt>
                <c:pt idx="30">
                  <c:v>187.4</c:v>
                </c:pt>
                <c:pt idx="31">
                  <c:v>185.7</c:v>
                </c:pt>
                <c:pt idx="32">
                  <c:v>178.3</c:v>
                </c:pt>
                <c:pt idx="33">
                  <c:v>177.1</c:v>
                </c:pt>
                <c:pt idx="34">
                  <c:v>166.4</c:v>
                </c:pt>
                <c:pt idx="35">
                  <c:v>163.5</c:v>
                </c:pt>
                <c:pt idx="36">
                  <c:v>161.5</c:v>
                </c:pt>
                <c:pt idx="37">
                  <c:v>145.5</c:v>
                </c:pt>
                <c:pt idx="38">
                  <c:v>143.69999999999999</c:v>
                </c:pt>
                <c:pt idx="39">
                  <c:v>143.30000000000001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94.474999999999994</c:v>
                </c:pt>
                <c:pt idx="1">
                  <c:v>61.485999999999997</c:v>
                </c:pt>
                <c:pt idx="2">
                  <c:v>45.075000000000003</c:v>
                </c:pt>
                <c:pt idx="3">
                  <c:v>47.901000000000003</c:v>
                </c:pt>
                <c:pt idx="4">
                  <c:v>45.061</c:v>
                </c:pt>
                <c:pt idx="5">
                  <c:v>60.773000000000003</c:v>
                </c:pt>
                <c:pt idx="6">
                  <c:v>37.048000000000002</c:v>
                </c:pt>
                <c:pt idx="7">
                  <c:v>14.617000000000001</c:v>
                </c:pt>
                <c:pt idx="8">
                  <c:v>41.881999999999998</c:v>
                </c:pt>
                <c:pt idx="9">
                  <c:v>39.683</c:v>
                </c:pt>
                <c:pt idx="10">
                  <c:v>41.414999999999999</c:v>
                </c:pt>
                <c:pt idx="11">
                  <c:v>45.959000000000003</c:v>
                </c:pt>
                <c:pt idx="12">
                  <c:v>93.018000000000001</c:v>
                </c:pt>
                <c:pt idx="13">
                  <c:v>44.027999999999999</c:v>
                </c:pt>
                <c:pt idx="14">
                  <c:v>66.856999999999999</c:v>
                </c:pt>
                <c:pt idx="15">
                  <c:v>83.486999999999995</c:v>
                </c:pt>
                <c:pt idx="16">
                  <c:v>54.316000000000003</c:v>
                </c:pt>
                <c:pt idx="17">
                  <c:v>29.245000000000001</c:v>
                </c:pt>
                <c:pt idx="18">
                  <c:v>22.664000000000001</c:v>
                </c:pt>
                <c:pt idx="19">
                  <c:v>6.8650000000000002</c:v>
                </c:pt>
                <c:pt idx="20">
                  <c:v>59.054000000000002</c:v>
                </c:pt>
                <c:pt idx="21">
                  <c:v>17.853999999999999</c:v>
                </c:pt>
                <c:pt idx="22">
                  <c:v>26.135000000000002</c:v>
                </c:pt>
                <c:pt idx="23">
                  <c:v>21.495000000000001</c:v>
                </c:pt>
                <c:pt idx="24">
                  <c:v>51.174999999999997</c:v>
                </c:pt>
                <c:pt idx="25">
                  <c:v>34.508000000000003</c:v>
                </c:pt>
                <c:pt idx="26">
                  <c:v>45.02</c:v>
                </c:pt>
                <c:pt idx="27">
                  <c:v>18.001000000000001</c:v>
                </c:pt>
                <c:pt idx="28">
                  <c:v>15.395</c:v>
                </c:pt>
                <c:pt idx="29">
                  <c:v>12.46</c:v>
                </c:pt>
                <c:pt idx="30">
                  <c:v>10.284000000000001</c:v>
                </c:pt>
                <c:pt idx="31">
                  <c:v>20.077999999999999</c:v>
                </c:pt>
                <c:pt idx="32">
                  <c:v>15.053000000000001</c:v>
                </c:pt>
                <c:pt idx="33">
                  <c:v>19.204999999999998</c:v>
                </c:pt>
                <c:pt idx="34">
                  <c:v>20.449000000000002</c:v>
                </c:pt>
                <c:pt idx="35">
                  <c:v>6.7320000000000002</c:v>
                </c:pt>
                <c:pt idx="36">
                  <c:v>16.542999999999999</c:v>
                </c:pt>
                <c:pt idx="37">
                  <c:v>10.127000000000001</c:v>
                </c:pt>
                <c:pt idx="38">
                  <c:v>19.776</c:v>
                </c:pt>
                <c:pt idx="39">
                  <c:v>16.376000000000001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FB1C-4897-AB4A-611C3187D309}"/>
            </c:ext>
          </c:extLst>
        </c:ser>
        <c:ser>
          <c:idx val="1"/>
          <c:order val="1"/>
          <c:tx>
            <c:strRef>
              <c:f>Sheet1!$B$43</c:f>
              <c:strCache>
                <c:ptCount val="1"/>
                <c:pt idx="0">
                  <c:v>Brasil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Brasil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FB1C-4897-AB4A-611C3187D3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Sheet1!$A$44:$A$44</c:f>
              <c:numCache>
                <c:formatCode>General</c:formatCode>
                <c:ptCount val="1"/>
                <c:pt idx="0">
                  <c:v>117.5</c:v>
                </c:pt>
              </c:numCache>
            </c:numRef>
          </c:xVal>
          <c:yVal>
            <c:numRef>
              <c:f>Sheet1!$B$44:$B$44</c:f>
              <c:numCache>
                <c:formatCode>General</c:formatCode>
                <c:ptCount val="1"/>
                <c:pt idx="0">
                  <c:v>9.5670000000000002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FB1C-4897-AB4A-611C3187D309}"/>
            </c:ext>
          </c:extLst>
        </c:ser>
        <c:ser>
          <c:idx val="2"/>
          <c:order val="2"/>
          <c:tx>
            <c:strRef>
              <c:f>Sheet1!$B$46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Sheet1!$A$47:$A$48</c:f>
              <c:numCache>
                <c:formatCode>General</c:formatCode>
                <c:ptCount val="2"/>
                <c:pt idx="0">
                  <c:v>100</c:v>
                </c:pt>
                <c:pt idx="1">
                  <c:v>500</c:v>
                </c:pt>
              </c:numCache>
            </c:numRef>
          </c:xVal>
          <c:yVal>
            <c:numRef>
              <c:f>Sheet1!$B$47:$B$48</c:f>
              <c:numCache>
                <c:formatCode>General</c:formatCode>
                <c:ptCount val="2"/>
                <c:pt idx="0">
                  <c:v>6.3320210273520914</c:v>
                </c:pt>
                <c:pt idx="1">
                  <c:v>81.800157069672252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FB1C-4897-AB4A-611C3187D3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500"/>
          <c:min val="0"/>
        </c:scaling>
        <c:delete val="0"/>
        <c:axPos val="b"/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Demais UFs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PR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DD5-4222-982C-973A0D5A7E6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SP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DD5-4222-982C-973A0D5A7E6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MG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DD5-4222-982C-973A0D5A7E6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RJ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DD5-4222-982C-973A0D5A7E6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DD5-4222-982C-973A0D5A7E6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DD5-4222-982C-973A0D5A7E6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DD5-4222-982C-973A0D5A7E6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TO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DD5-4222-982C-973A0D5A7E6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BA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3DD5-4222-982C-973A0D5A7E6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MT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DD5-4222-982C-973A0D5A7E6F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DD5-4222-982C-973A0D5A7E6F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DD5-4222-982C-973A0D5A7E6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Sheet1!$A$2:$A$26</c:f>
              <c:numCache>
                <c:formatCode>General</c:formatCode>
                <c:ptCount val="25"/>
                <c:pt idx="0">
                  <c:v>62.73</c:v>
                </c:pt>
                <c:pt idx="1">
                  <c:v>54.43</c:v>
                </c:pt>
                <c:pt idx="2">
                  <c:v>52.72</c:v>
                </c:pt>
                <c:pt idx="3">
                  <c:v>46.24</c:v>
                </c:pt>
                <c:pt idx="4">
                  <c:v>43.05</c:v>
                </c:pt>
                <c:pt idx="5">
                  <c:v>42.93</c:v>
                </c:pt>
                <c:pt idx="6">
                  <c:v>38.700000000000003</c:v>
                </c:pt>
                <c:pt idx="7">
                  <c:v>34.229999999999997</c:v>
                </c:pt>
                <c:pt idx="8">
                  <c:v>31.98</c:v>
                </c:pt>
                <c:pt idx="9">
                  <c:v>30.65</c:v>
                </c:pt>
                <c:pt idx="10">
                  <c:v>30.65</c:v>
                </c:pt>
                <c:pt idx="11">
                  <c:v>29.87</c:v>
                </c:pt>
                <c:pt idx="12">
                  <c:v>28.5</c:v>
                </c:pt>
                <c:pt idx="13">
                  <c:v>28.01</c:v>
                </c:pt>
                <c:pt idx="14">
                  <c:v>27.42</c:v>
                </c:pt>
                <c:pt idx="15">
                  <c:v>26.34</c:v>
                </c:pt>
                <c:pt idx="16">
                  <c:v>25.04</c:v>
                </c:pt>
                <c:pt idx="17">
                  <c:v>24.97</c:v>
                </c:pt>
                <c:pt idx="18">
                  <c:v>23.51</c:v>
                </c:pt>
                <c:pt idx="19">
                  <c:v>23.42</c:v>
                </c:pt>
                <c:pt idx="20">
                  <c:v>19.420000000000002</c:v>
                </c:pt>
                <c:pt idx="21">
                  <c:v>19.34</c:v>
                </c:pt>
                <c:pt idx="22">
                  <c:v>16.96</c:v>
                </c:pt>
                <c:pt idx="23">
                  <c:v>15.29</c:v>
                </c:pt>
                <c:pt idx="24">
                  <c:v>12.56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57.081000000000003</c:v>
                </c:pt>
                <c:pt idx="1">
                  <c:v>75.131</c:v>
                </c:pt>
                <c:pt idx="2">
                  <c:v>45.746000000000002</c:v>
                </c:pt>
                <c:pt idx="3">
                  <c:v>68.135000000000005</c:v>
                </c:pt>
                <c:pt idx="4">
                  <c:v>57.93</c:v>
                </c:pt>
                <c:pt idx="5">
                  <c:v>51.478000000000002</c:v>
                </c:pt>
                <c:pt idx="6">
                  <c:v>64.072999999999993</c:v>
                </c:pt>
                <c:pt idx="7">
                  <c:v>41.04</c:v>
                </c:pt>
                <c:pt idx="8">
                  <c:v>29.064</c:v>
                </c:pt>
                <c:pt idx="9">
                  <c:v>29.542999999999999</c:v>
                </c:pt>
                <c:pt idx="10">
                  <c:v>72.254999999999995</c:v>
                </c:pt>
                <c:pt idx="11">
                  <c:v>23.509</c:v>
                </c:pt>
                <c:pt idx="12">
                  <c:v>38.154000000000003</c:v>
                </c:pt>
                <c:pt idx="13">
                  <c:v>46.292000000000002</c:v>
                </c:pt>
                <c:pt idx="14">
                  <c:v>29.608000000000001</c:v>
                </c:pt>
                <c:pt idx="15">
                  <c:v>43.933999999999997</c:v>
                </c:pt>
                <c:pt idx="16">
                  <c:v>25.253</c:v>
                </c:pt>
                <c:pt idx="17">
                  <c:v>26.651</c:v>
                </c:pt>
                <c:pt idx="18">
                  <c:v>28.428000000000001</c:v>
                </c:pt>
                <c:pt idx="19">
                  <c:v>35.064</c:v>
                </c:pt>
                <c:pt idx="20">
                  <c:v>29.992999999999999</c:v>
                </c:pt>
                <c:pt idx="21">
                  <c:v>24.04</c:v>
                </c:pt>
                <c:pt idx="22">
                  <c:v>27.866</c:v>
                </c:pt>
                <c:pt idx="23">
                  <c:v>21.308</c:v>
                </c:pt>
                <c:pt idx="24">
                  <c:v>36.137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3DD5-4222-982C-973A0D5A7E6F}"/>
            </c:ext>
          </c:extLst>
        </c:ser>
        <c:ser>
          <c:idx val="1"/>
          <c:order val="1"/>
          <c:tx>
            <c:strRef>
              <c:f>Sheet1!$B$28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SC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3DD5-4222-982C-973A0D5A7E6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Sheet1!$A$29:$A$29</c:f>
              <c:numCache>
                <c:formatCode>General</c:formatCode>
                <c:ptCount val="1"/>
                <c:pt idx="0">
                  <c:v>49.97</c:v>
                </c:pt>
              </c:numCache>
            </c:numRef>
          </c:xVal>
          <c:yVal>
            <c:numRef>
              <c:f>Sheet1!$B$29:$B$29</c:f>
              <c:numCache>
                <c:formatCode>General</c:formatCode>
                <c:ptCount val="1"/>
                <c:pt idx="0">
                  <c:v>64.763000000000005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3DD5-4222-982C-973A0D5A7E6F}"/>
            </c:ext>
          </c:extLst>
        </c:ser>
        <c:ser>
          <c:idx val="2"/>
          <c:order val="2"/>
          <c:tx>
            <c:strRef>
              <c:f>Sheet1!$B$31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Sheet1!$A$32:$A$33</c:f>
              <c:numCache>
                <c:formatCode>General</c:formatCode>
                <c:ptCount val="2"/>
                <c:pt idx="0">
                  <c:v>10</c:v>
                </c:pt>
                <c:pt idx="1">
                  <c:v>65</c:v>
                </c:pt>
              </c:numCache>
            </c:numRef>
          </c:xVal>
          <c:yVal>
            <c:numRef>
              <c:f>Sheet1!$B$32:$B$33</c:f>
              <c:numCache>
                <c:formatCode>General</c:formatCode>
                <c:ptCount val="2"/>
                <c:pt idx="0">
                  <c:v>20.955448576471028</c:v>
                </c:pt>
                <c:pt idx="1">
                  <c:v>72.982271397272228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3DD5-4222-982C-973A0D5A7E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70"/>
          <c:min val="0"/>
        </c:scaling>
        <c:delete val="0"/>
        <c:axPos val="b"/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8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Média OCDE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Matemática</c:v>
                </c:pt>
                <c:pt idx="1">
                  <c:v>Leitura</c:v>
                </c:pt>
                <c:pt idx="2">
                  <c:v>Ciências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469</c:v>
                </c:pt>
                <c:pt idx="1">
                  <c:v>466</c:v>
                </c:pt>
                <c:pt idx="2">
                  <c:v>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47-45D9-BCE8-D3365C9BEB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Brasil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Matemática</c:v>
                </c:pt>
                <c:pt idx="1">
                  <c:v>Leitura</c:v>
                </c:pt>
                <c:pt idx="2">
                  <c:v>Ciências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377</c:v>
                </c:pt>
                <c:pt idx="1">
                  <c:v>408</c:v>
                </c:pt>
                <c:pt idx="2">
                  <c:v>409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47-45D9-BCE8-D3365C9BEB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lang="pt-BR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>
            <a:spLocks noGrp="1"/>
          </p:cNvSpPr>
          <p:nvPr>
            <p:ph type="pic" idx="2"/>
          </p:nvPr>
        </p:nvSpPr>
        <p:spPr>
          <a:xfrm>
            <a:off x="2309132" y="1639402"/>
            <a:ext cx="2041200" cy="282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2447926" y="2000251"/>
            <a:ext cx="19854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7349002" y="3570705"/>
            <a:ext cx="1329600" cy="1093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3091475" y="964100"/>
            <a:ext cx="1341900" cy="93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4567852" y="964101"/>
            <a:ext cx="4110600" cy="252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465501" y="2000251"/>
            <a:ext cx="18477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6548060" y="895554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p15"/>
          <p:cNvSpPr>
            <a:spLocks noGrp="1"/>
          </p:cNvSpPr>
          <p:nvPr>
            <p:ph type="pic" idx="3"/>
          </p:nvPr>
        </p:nvSpPr>
        <p:spPr>
          <a:xfrm>
            <a:off x="4636699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0" y="1063768"/>
            <a:ext cx="41406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4644498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3"/>
          </p:nvPr>
        </p:nvSpPr>
        <p:spPr>
          <a:xfrm>
            <a:off x="6579720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2219067" y="991241"/>
            <a:ext cx="1782300" cy="316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18"/>
          <p:cNvSpPr>
            <a:spLocks noGrp="1"/>
          </p:cNvSpPr>
          <p:nvPr>
            <p:ph type="pic" idx="3"/>
          </p:nvPr>
        </p:nvSpPr>
        <p:spPr>
          <a:xfrm>
            <a:off x="4135034" y="2369965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3680852" y="2406770"/>
            <a:ext cx="1782300" cy="1848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3680852" y="1092320"/>
            <a:ext cx="1782300" cy="16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20"/>
          <p:cNvSpPr>
            <a:spLocks noGrp="1"/>
          </p:cNvSpPr>
          <p:nvPr>
            <p:ph type="pic" idx="3"/>
          </p:nvPr>
        </p:nvSpPr>
        <p:spPr>
          <a:xfrm>
            <a:off x="1314451" y="2900363"/>
            <a:ext cx="4148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>
            <a:spLocks noGrp="1"/>
          </p:cNvSpPr>
          <p:nvPr>
            <p:ph type="pic" idx="2"/>
          </p:nvPr>
        </p:nvSpPr>
        <p:spPr>
          <a:xfrm>
            <a:off x="835685" y="1037057"/>
            <a:ext cx="33438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2" name="Google Shape;82;p21"/>
          <p:cNvSpPr>
            <a:spLocks noGrp="1"/>
          </p:cNvSpPr>
          <p:nvPr>
            <p:ph type="pic" idx="3"/>
          </p:nvPr>
        </p:nvSpPr>
        <p:spPr>
          <a:xfrm>
            <a:off x="4698218" y="2813990"/>
            <a:ext cx="4445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>
            <a:spLocks noGrp="1"/>
          </p:cNvSpPr>
          <p:nvPr>
            <p:ph type="pic" idx="2"/>
          </p:nvPr>
        </p:nvSpPr>
        <p:spPr>
          <a:xfrm>
            <a:off x="921162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3"/>
          <p:cNvSpPr>
            <a:spLocks noGrp="1"/>
          </p:cNvSpPr>
          <p:nvPr>
            <p:ph type="pic" idx="3"/>
          </p:nvPr>
        </p:nvSpPr>
        <p:spPr>
          <a:xfrm>
            <a:off x="3779980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9" name="Google Shape;89;p23"/>
          <p:cNvSpPr>
            <a:spLocks noGrp="1"/>
          </p:cNvSpPr>
          <p:nvPr>
            <p:ph type="pic" idx="4"/>
          </p:nvPr>
        </p:nvSpPr>
        <p:spPr>
          <a:xfrm>
            <a:off x="6638798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>
            <a:spLocks noGrp="1"/>
          </p:cNvSpPr>
          <p:nvPr>
            <p:ph type="pic" idx="2"/>
          </p:nvPr>
        </p:nvSpPr>
        <p:spPr>
          <a:xfrm>
            <a:off x="3242072" y="1091803"/>
            <a:ext cx="2251500" cy="30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>
            <a:spLocks noGrp="1"/>
          </p:cNvSpPr>
          <p:nvPr>
            <p:ph type="pic" idx="2"/>
          </p:nvPr>
        </p:nvSpPr>
        <p:spPr>
          <a:xfrm>
            <a:off x="2637389" y="1165277"/>
            <a:ext cx="2082600" cy="30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>
            <a:spLocks noGrp="1"/>
          </p:cNvSpPr>
          <p:nvPr>
            <p:ph type="pic" idx="2"/>
          </p:nvPr>
        </p:nvSpPr>
        <p:spPr>
          <a:xfrm>
            <a:off x="5259765" y="148952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3"/>
          </p:nvPr>
        </p:nvSpPr>
        <p:spPr>
          <a:xfrm>
            <a:off x="6456255" y="96333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823543" y="977244"/>
            <a:ext cx="3420600" cy="31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lang="pt-BR"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lang="pt-BR" sz="1000">
                <a:solidFill>
                  <a:schemeClr val="dk2"/>
                </a:solidFill>
              </a:defRPr>
            </a:lvl1pPr>
            <a:lvl2pPr lvl="1" algn="r">
              <a:buNone/>
              <a:defRPr lang="pt-BR" sz="1000">
                <a:solidFill>
                  <a:schemeClr val="dk2"/>
                </a:solidFill>
              </a:defRPr>
            </a:lvl2pPr>
            <a:lvl3pPr lvl="2" algn="r">
              <a:buNone/>
              <a:defRPr lang="pt-BR" sz="1000">
                <a:solidFill>
                  <a:schemeClr val="dk2"/>
                </a:solidFill>
              </a:defRPr>
            </a:lvl3pPr>
            <a:lvl4pPr lvl="3" algn="r">
              <a:buNone/>
              <a:defRPr lang="pt-BR" sz="1000">
                <a:solidFill>
                  <a:schemeClr val="dk2"/>
                </a:solidFill>
              </a:defRPr>
            </a:lvl4pPr>
            <a:lvl5pPr lvl="4" algn="r">
              <a:buNone/>
              <a:defRPr lang="pt-BR" sz="1000">
                <a:solidFill>
                  <a:schemeClr val="dk2"/>
                </a:solidFill>
              </a:defRPr>
            </a:lvl5pPr>
            <a:lvl6pPr lvl="5" algn="r">
              <a:buNone/>
              <a:defRPr lang="pt-BR" sz="1000">
                <a:solidFill>
                  <a:schemeClr val="dk2"/>
                </a:solidFill>
              </a:defRPr>
            </a:lvl6pPr>
            <a:lvl7pPr lvl="6" algn="r">
              <a:buNone/>
              <a:defRPr lang="pt-BR" sz="1000">
                <a:solidFill>
                  <a:schemeClr val="dk2"/>
                </a:solidFill>
              </a:defRPr>
            </a:lvl7pPr>
            <a:lvl8pPr lvl="7" algn="r">
              <a:buNone/>
              <a:defRPr lang="pt-BR" sz="1000">
                <a:solidFill>
                  <a:schemeClr val="dk2"/>
                </a:solidFill>
              </a:defRPr>
            </a:lvl8pPr>
            <a:lvl9pPr lvl="8" algn="r">
              <a:buNone/>
              <a:defRPr lang="pt-BR"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30"/>
          <p:cNvCxnSpPr/>
          <p:nvPr/>
        </p:nvCxnSpPr>
        <p:spPr>
          <a:xfrm>
            <a:off x="462800" y="2633250"/>
            <a:ext cx="3030000" cy="0"/>
          </a:xfrm>
          <a:prstGeom prst="straightConnector1">
            <a:avLst/>
          </a:prstGeom>
          <a:noFill/>
          <a:ln w="19050" cap="flat" cmpd="sng">
            <a:solidFill>
              <a:srgbClr val="0077F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capa_titulo"/>
          <p:cNvSpPr txBox="1"/>
          <p:nvPr/>
        </p:nvSpPr>
        <p:spPr>
          <a:xfrm>
            <a:off x="361950" y="1956150"/>
            <a:ext cx="8328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Pós-eleição: temas econômicos</a:t>
            </a:r>
          </a:p>
        </p:txBody>
      </p:sp>
      <p:sp>
        <p:nvSpPr>
          <p:cNvPr id="127" name="capa_subtitulo"/>
          <p:cNvSpPr txBox="1"/>
          <p:nvPr/>
        </p:nvSpPr>
        <p:spPr>
          <a:xfrm>
            <a:off x="361950" y="2633250"/>
            <a:ext cx="83280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que observar na economia e na indústria em 2027 e para o futuro?</a:t>
            </a:r>
          </a:p>
        </p:txBody>
      </p:sp>
      <p:sp>
        <p:nvSpPr>
          <p:cNvPr id="128" name="capa_data"/>
          <p:cNvSpPr txBox="1"/>
          <p:nvPr/>
        </p:nvSpPr>
        <p:spPr>
          <a:xfrm>
            <a:off x="361950" y="453900"/>
            <a:ext cx="57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Outubro de 2026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89C78D4-B3D1-D4D2-1CA7-3657A731818F}"/>
              </a:ext>
            </a:extLst>
          </p:cNvPr>
          <p:cNvGrpSpPr/>
          <p:nvPr/>
        </p:nvGrpSpPr>
        <p:grpSpPr>
          <a:xfrm>
            <a:off x="453900" y="4408949"/>
            <a:ext cx="2478801" cy="371337"/>
            <a:chOff x="453900" y="4408949"/>
            <a:chExt cx="2478801" cy="371337"/>
          </a:xfrm>
        </p:grpSpPr>
        <p:pic>
          <p:nvPicPr>
            <p:cNvPr id="3" name="Google Shape;111;p29" title="Logo_Observatório_Branco.png">
              <a:extLst>
                <a:ext uri="{FF2B5EF4-FFF2-40B4-BE49-F238E27FC236}">
                  <a16:creationId xmlns:a16="http://schemas.microsoft.com/office/drawing/2014/main" id="{D7968178-827A-1032-3DE7-66EDD0B638E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EB7D17F9-5BAF-A38A-E8E3-A1B7F107843E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5" name="Imagem 4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9024F68-A93A-F0AE-F6C8-844E78842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6" name="Imagem 5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9C7D26FE-DD30-000C-EBD5-0665747ADA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Roteiro da apresentação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01 Cenário externo.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Crescimento mundial, petróleo, câmbio e comércio exterior de SC.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02 Atividade, indústria e emprego.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PIB, produção industrial, Santa Catarina e mercado de trabalho.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03 Inflação, juros e consumo.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Política monetária, crédito, endividamento e consumo das famílias.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04 Contas públicas.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Resultado primário de 2027 e trajetória da dívida.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05 Produtividade e educação.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O limite do crescimento de longo prazo.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06 Agenda 2027.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O que acompanhar, balanço de riscos e mensagens finais.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Cenário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externo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Economia mundial desacelera em 2026, sem recessão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Crescimento do PIB real (2025-2027*)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(FMI,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FMI projeta crescimento mundial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3,1%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após 3,5% em 2025, e retomada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3,4%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Choque de energia e juros globais mais altos explicam a perda de ritmo.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China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desacelera (4,5% e 4,0%) e a América Latina cresce perto de 2,3%. Para o Brasil, o Fundo projeta 2,2% e 1,9%.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comércio mundial deve crescer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3,5%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abaixo dos 5,0%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Projeções do World Economic Outlook de outubro de 2026. Agregados ponderados por paridade do poder de compra.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Petróleo volta a superar US$ 100 com o conflito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Preço do petróleo Brent (jan/24-set/26)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(FMI,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conflito envolvendo EUA, Israel e Irã levou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Brent de US$ 69 em fevereiro para US$ 102 em setembro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 EIA elevou o preço médio esperado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US$ 96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US$ 84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a inflação de energia,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Fed subiu os juros para 3,75%-4,00%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setembro, a primeira alta desde 2023, e o título de 10 anos dos EUA chegou a 5%.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Brasil, petróleo mais caro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melhora os termos de troca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pressiona combustíveis, fretes e fertilizantes.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por barril, média mensal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Câmbio resiste ao choque externo, mas oscila na eleição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câmbio (jan/20-set/26)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Após o pico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R$ 6,10 em dez/24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real se apreciou e ficou estável durante o conflito, com média de R$ 5,14 em set/26. Como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moeda de commodity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ganha com a alta do petróleo e amortece o repasse do choque externo.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outubro, o câmbio oscilou com o calendário eleitoral: na primeira sessão após o 2º turno (26/10), a PTAX foi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R$ 5,50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(+9,2% no dia).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Focus de 23/10, anterior ao 2º turno, projetava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R$ 5,05 no fim de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R$/US$, média mensal da PTAX de venda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SC amplia sua integração ao comércio exterior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Exportações e importações de Santa Catarina (2005-2025)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(MDIC,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2025, SC exportou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US$ 12,2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importou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US$ 34,0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As importações mais que triplicaram desde 2016, com insumos industriais e a estrutura portuária do estado.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 janeiro a setembro de 2026, as exportações somaram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US$ 9,5 bilhões (+5,5%)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as importações, US$ 27,8 bilhões (+9,5%), frente a igual período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bilhões FOB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Exportação pela UF produtora; importação pela UF do importador. Valores nominais.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Atividade, indústria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emprego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PIB desacelera em 2026 e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Crescimento do PIB do Brasil (2017-2027*)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(BCB,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Após crescer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3,4% em 2024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2,3% em 2025, o PIB perde ritmo.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1,8%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1,3% em 2027; o BCB projeta 1,8% e 1,4%, e o Ipea, 2,0% e 1,7%.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2º trimestre, o PIB cresceu 0,5% na margem, apoiado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agropecuária e extrativa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setores pouco sensíveis aos juros. A demanda interna ficou praticamente estável.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carregamento estatístico deixado para 2027 é de apenas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0,6%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Mediana do Focus de 23/10/2026.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240CA"/>
                </a:solidFill>
                <a:latin typeface="Montserrat"/>
              </a:rPr>
              <a:t>Pouso suave ? </a:t>
            </a:r>
            <a:r>
              <a:rPr sz="2000" b="0">
                <a:solidFill>
                  <a:srgbClr val="0240CA"/>
                </a:solidFill>
                <a:latin typeface="Montserrat"/>
              </a:rPr>
              <a:t>consumo e investimento perdem fôlego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Valor observado e projeção do PIB (1T20-4T27*)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(BCB, 2026) e (OBSERVATÓRIO FIESC, 2026)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Crescimento acumulado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Expectativas: mediana do Focus de 23/10/2026 (trimestral e anual). Potencial: referência de 2% ao ano.</a:t>
            </a:r>
          </a:p>
        </p:txBody>
      </p:sp>
      <p:sp>
        <p:nvSpPr>
          <p:cNvPr id="345" name="tabela_titulo"/>
          <p:cNvSpPr txBox="1"/>
          <p:nvPr/>
        </p:nvSpPr>
        <p:spPr>
          <a:xfrm>
            <a:off x="5806440" y="1256964"/>
            <a:ext cx="3017520" cy="18242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50">
                <a:solidFill>
                  <a:srgbClr val="0240CA"/>
                </a:solidFill>
                <a:latin typeface="Montserrat SemiBold"/>
              </a:rPr>
              <a:t>Crescimento por componente do PIB</a:t>
            </a:r>
          </a:p>
        </p:txBody>
      </p:sp>
      <p:sp>
        <p:nvSpPr>
          <p:cNvPr id="346" name="tabela_unidade"/>
          <p:cNvSpPr txBox="1"/>
          <p:nvPr/>
        </p:nvSpPr>
        <p:spPr>
          <a:xfrm>
            <a:off x="5806440" y="1492274"/>
            <a:ext cx="3017520" cy="14279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7" name="tabela_componen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993834"/>
              </p:ext>
            </p:extLst>
          </p:nvPr>
        </p:nvGraphicFramePr>
        <p:xfrm>
          <a:off x="5479473" y="1658389"/>
          <a:ext cx="3442854" cy="2623566"/>
        </p:xfrm>
        <a:graphic>
          <a:graphicData uri="http://schemas.openxmlformats.org/drawingml/2006/table">
            <a:tbl>
              <a:tblPr/>
              <a:tblGrid>
                <a:gridCol w="602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 rowSpan="3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200" b="0" i="0" u="none" strike="noStrike" cap="none" dirty="0">
                          <a:solidFill>
                            <a:srgbClr val="1E1E29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Oferta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dirty="0">
                          <a:solidFill>
                            <a:srgbClr val="1E1E29"/>
                          </a:solidFill>
                          <a:latin typeface="Montserrat"/>
                        </a:rPr>
                        <a:t>Agropecuária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-3,7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dirty="0">
                          <a:solidFill>
                            <a:schemeClr val="bg1"/>
                          </a:solidFill>
                          <a:latin typeface="Montserrat"/>
                        </a:rPr>
                        <a:t>2,5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solidFill>
                      <a:srgbClr val="0240C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Indústria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dirty="0">
                          <a:solidFill>
                            <a:schemeClr val="bg1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solidFill>
                      <a:srgbClr val="0240C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 vMerge="1">
                  <a:txBody>
                    <a:bodyPr/>
                    <a:lstStyle/>
                    <a:p>
                      <a:pPr algn="l"/>
                      <a:endParaRPr sz="1000" dirty="0">
                        <a:latin typeface="Montserrat" pitchFamily="2" charset="0"/>
                      </a:endParaRP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dirty="0">
                          <a:solidFill>
                            <a:srgbClr val="1E1E29"/>
                          </a:solidFill>
                          <a:latin typeface="Montserrat"/>
                        </a:rPr>
                        <a:t>Serviços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dirty="0">
                          <a:solidFill>
                            <a:schemeClr val="bg1"/>
                          </a:solidFill>
                          <a:latin typeface="Montserrat"/>
                        </a:rPr>
                        <a:t>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solidFill>
                      <a:srgbClr val="0240C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 rowSpan="6"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Montserrat" pitchFamily="2" charset="0"/>
                        </a:rPr>
                        <a:t>Demanda</a:t>
                      </a:r>
                      <a:endParaRPr sz="1000" dirty="0">
                        <a:latin typeface="Montserrat" pitchFamily="2" charset="0"/>
                      </a:endParaRP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das famílias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1E1E29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dirty="0">
                          <a:solidFill>
                            <a:schemeClr val="bg1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solidFill>
                      <a:srgbClr val="0240C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sz="1000" dirty="0">
                        <a:latin typeface="Montserrat" pitchFamily="2" charset="0"/>
                      </a:endParaRP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dirty="0" err="1">
                          <a:solidFill>
                            <a:srgbClr val="1E1E29"/>
                          </a:solidFill>
                          <a:latin typeface="Montserrat"/>
                        </a:rPr>
                        <a:t>Consumo</a:t>
                      </a:r>
                      <a:r>
                        <a:rPr sz="850" dirty="0">
                          <a:solidFill>
                            <a:srgbClr val="1E1E29"/>
                          </a:solidFill>
                          <a:latin typeface="Montserrat"/>
                        </a:rPr>
                        <a:t> do </a:t>
                      </a:r>
                      <a:r>
                        <a:rPr sz="850" dirty="0" err="1">
                          <a:solidFill>
                            <a:srgbClr val="1E1E29"/>
                          </a:solidFill>
                          <a:latin typeface="Montserrat"/>
                        </a:rPr>
                        <a:t>governo</a:t>
                      </a:r>
                      <a:endParaRPr sz="850" dirty="0">
                        <a:solidFill>
                          <a:srgbClr val="1E1E29"/>
                        </a:solidFill>
                        <a:latin typeface="Montserrat"/>
                      </a:endParaRP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dirty="0">
                          <a:solidFill>
                            <a:schemeClr val="bg1"/>
                          </a:solidFill>
                          <a:latin typeface="Montserrat"/>
                        </a:rPr>
                        <a:t>2,2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solidFill>
                      <a:srgbClr val="0240C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FBCF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dirty="0">
                          <a:solidFill>
                            <a:schemeClr val="bg1"/>
                          </a:solidFill>
                          <a:latin typeface="Montserrat"/>
                        </a:rPr>
                        <a:t>0,9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solidFill>
                      <a:srgbClr val="0240C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sz="1000" dirty="0">
                        <a:latin typeface="Montserrat" pitchFamily="2" charset="0"/>
                      </a:endParaRP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Exportação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dirty="0">
                          <a:solidFill>
                            <a:schemeClr val="bg1"/>
                          </a:solidFill>
                          <a:latin typeface="Montserrat"/>
                        </a:rPr>
                        <a:t>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solidFill>
                      <a:srgbClr val="0240C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0240CA"/>
                          </a:solidFill>
                          <a:latin typeface="Montserrat"/>
                        </a:rPr>
                        <a:t>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sz="1000" dirty="0">
                        <a:latin typeface="Montserrat" pitchFamily="2" charset="0"/>
                      </a:endParaRP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Importação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15,6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dirty="0">
                          <a:solidFill>
                            <a:schemeClr val="bg1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solidFill>
                      <a:srgbClr val="0240C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0240CA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sz="1000" dirty="0">
                        <a:latin typeface="Montserrat" pitchFamily="2" charset="0"/>
                      </a:endParaRP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PIB - Total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3,4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2,3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dirty="0">
                          <a:solidFill>
                            <a:schemeClr val="bg1"/>
                          </a:solidFill>
                          <a:latin typeface="Montserrat SemiBold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0240C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490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Extrativa cresce e transformação recua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industrial do Brasil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indústria extrativa cresceu 6,3%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com a produção de petróleo e gás, enquanto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transformação variou -0,5%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é o segmento mais exposto ao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custo do crédito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à moderação da demanda interna: bens de capital e semi e não duráveis recuam; veículos são a exceção.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É a economia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duas velocidades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: setores pouco cíclicos sustentam o PIB, e os mais sensíveis aos juros perdem ritmo.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Indústria catarinense converge para o ritmo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da indústria de transformação: Brasil e 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catarinense passou de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8,4% em mar/25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-0,6%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 até ago/26, alinhada ao Brasil (-0,5%).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comércio, SC segue à frente: varejo ampliado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3,7%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meses, ante 1,4% no Brasil. Nos serviços, SC cresce 1,2%, abaixo do país (2,2%).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retomada da indústria depende da transmissão dos cortes da Selic ao crédito e ao investimento.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Atividade em SC cresce acima da média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IBC-Br e IBCR-SC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janeiro de 2023, a atividade catarinense acumula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14,4%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10,3% no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o IBCR-SC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o IBC-Br, 1,6%. Um ano antes, as taxas eram 5,1% e 3,3%.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SC mantém dinamismo relativo, mas acompanha a perda de ritmo do país desde o início do aperto monetário.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Índice com ajuste sazonal, jan/23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Desemprego nas mínimas históricas em SC e no Brasil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desocupação: Brasil e SC (1T12-2T26)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desocupação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5,4%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 em SC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2026. O rendimento médio habitual em SC,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R$ 4.301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supera em 19% o nacional (R$ 3.621).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mercado está apertado: com a taxa de participação de antes da pandemia (63,2%), a desocupação nacional seria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7,2%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massa de rendimentos cresce 4,1% em 12 meses, ante cerca de 7% na virada do ano: o trabalho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sustenta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já não impulsiona, a demanda.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força de trabalho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Inflação, juros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consumo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Inflação acima do teto limita o corte da Selic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IPCA e taxa Selic (jan/22-out/26)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(BCB,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IPCA voltou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4,58% em set/26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teto de 4,5%.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5,2%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4,3% em 2027; o BCB projeta 5,2% no fim do ano e 3,2% no 1º trimestre de 2028.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Copom iniciou os cortes em março e levou a Selic de 15,00%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13,25% no fim de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11,75%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expectativas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desancoradas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os juros reais seguem elevados; o espaço para cortes depende da inflação e da credibilidade fiscal.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IPCA acumulado em 12 meses e meta da Selic no fim do mês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512724" cy="2894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Renda cresce, mas o consumo das famílias desacelera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Consumo das famílias (1T22-2T26)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(BCB,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consumo das famílias desacelerou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5,1% no fim de 2024 para 0,9%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2026, enquanto a renda disponível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4,2% em termos reais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diferença virou poupança: a taxa subiu de 10,1%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13,0%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 maior fora da pandemia.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Hipóteses: juros altos estimulam aplicações financeiras,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precaucional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diante da incerteza e gasto com apostas on-line (R$ 37 bilhões em 2025).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Comprometimento de renda com dívidas atinge recorde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Endividamento e comprometimento de renda das famílias (mar/05-jul/26)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As famílias destinam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28,7%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ao serviço de dívidas, recorde da série. O endividamento está estável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49,9%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recorde de janeiro.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Brasil, as dívidas são curtas e com muitas linhas rotativas: a Selic chega rápido às parcelas, o chamado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canal de fluxo de caixa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Maior comprometimento reduz a renda livre para consumo e torna o gasto das famílias mais volátil.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renda; comprometimento com ajuste sazonal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68815" cy="297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Inadimplência das famílias no maior nível da série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Inadimplência de pessoas físicas no crédito livre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inadimplência das famílias no crédito livre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8,01%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maior nível da série. A taxa média de juros para pessoas físicas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61,7%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Cresce o uso de modalidades emergenciais, como cartão rotativo e cheque especial, que encarecem a dívida.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Parte da alta é regulatória: a Resolução CMN 4.966 responde por cerca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40% do aumento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da inadimplência da carteira total entre dez/24 e jun/26.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carteira com atraso acima de 90 dias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Consumo em 2027: impulsos versus peso da dívida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Impulsos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Selic em queda.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 15,00% para 13,75%; o Focus espera 11,75% no fim de 2027.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Transferências.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Reajuste de cerca de 15% nos benefícios do Bolsa Família desde outubro.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Apostas on-line.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proibição (MP 1.394) libera parte dos R$ 37 bilhões apostados em 2025.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Renegociação.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 fase do Desenrola, com renegociações a partir de fevereiro.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Renda do trabalho.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Desocupação baixa e rendimentos reais ainda em alta.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Freios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Serviço da dívida.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Comprometimento de renda recorde, de 28,7%.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Inadimplência.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8,0% no crédito livre às famílias; bancos mais seletivos.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precaucional.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Incerteza doméstica, fiscal e geopolítica.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Mercado de trabalho.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Pouca mão de obra ociosa; massa salarial desacelera.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Alimentos e energia.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El Niño ameaçam a renda real.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685800" y="472744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(IPEA, 2026), (BCB, 2026) e (OBSERVATÓRIO FIESC, 2026)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Contas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públicas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Governo e mercado divergem sobre o primário de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Resultado primário do Governo Central em 2027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2026), (STN,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PLOA 2027 prevê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superávit de R$ 19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ou R$ 83 bilhões na métrica da meta. A mediana do mercado aponta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déficit de R$ 54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R$ 10 bilhões na meta,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abaixo do piso de R$ 37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meta é superávit de 0,5% do PIB (R$ 73 bilhões). Despesas obrigatórias crescem acima do limite real de 2,5% do arcabouço; os gatilhos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LC 235/2026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devem conter cerca de R$ 9 bilhões.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R$ bilhões correntes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3886536"/>
            <a:ext cx="25811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Descontadas as exclusões previstas na apuração da meta (R$ 65 bilhões no PLOA).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Dívida pública segue em trajetória de alta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Dívida bruta (DBGG) e líquida (DLSP) do setor público (2006-2030*)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2026), (STN,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571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dívida bruta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 do PIB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O Focus projeta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87,2%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95,0% em 2030; mantida a tendência, 100% em 2033.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taxa implícita próxima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crescimento nominal do PIB, só superávits primários estabilizam a dívida. O Tesouro projeta pico de 88% do PIB em 2029.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contenção das despesas obrigatórias tende a entrar na agenda de 2027, isso ocorreria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independentemente do resultado eleitoral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PIB, fim de ano; 2026: ago/26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357657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2027-2030: mediana do Focus.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Longo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prazo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Produtividade do trabalho estagnada há três décadas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PIB por pessoa ocupada em relação aos EUA (1991-2025)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(BANCO MUNDIAL,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trabalhador brasileiro produz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26,7% do que produz um americano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34,7% em 1991.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1991, a produtividade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0,8% ao ano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contra 1,6% nos EUA e 3,0% na Coreia do Sul. China e Coreia convergiram; o Brasil se afastou.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crescimento recente veio de mais pessoas ocupadas, não de mais produção por trabalhador. Com o desemprego na mínima, esse motor se esgota.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%, EUA = 100; US$ PPC constantes de 2021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Países que formam mais em STEM 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Graduados STEM e PIB per capita (2024)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(OCDE, 2026), (BANCO MUNDIAL,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Há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relação positiva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entre graduados em STEM e renda per capita nos países da base da OCDE (correlação de 0,67, sem Luxemburgo). O Brasil é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41º de 42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graduados por 100 mil hab.; Y: PIB per capita, US$ mil de 2015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STEM: ciências naturais, matemática e estatística; TIC; engenharia, produção e construção (CINE 05-07), graduados do ensino superior. Luxemburgo fora do gráfico (75; US$ 104,1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011680"/>
          <a:ext cx="3291840" cy="25237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País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Graduados STEM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(US$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Irlanda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Austrália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409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Finlândia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Reino Unido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Canadá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Dinamarca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60,8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Coreia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Chile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14,6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Israel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320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França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319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39,7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 (41º)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118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9,6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UFs que formam mais engenheiros 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Concluintes em engenharia e PIB per capita, por UF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(INEP, 2026), (IBGE,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relação se repete entre as UFs (correlação de 0,73, sem o DF).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SC é a 4ª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concluintes de engenharia por habitante, acima da média nacional.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concluintes por 100 mil hab. (2024); Y: PIB per capita, R$ mil (2023)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Graduação em cursos de engenharia (rótulo CINE), presencial e EAD, pela UF do curso. PIB a preços correntes. DF fora do gráfico (46,8; R$ 123,2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011680"/>
          <a:ext cx="3291840" cy="252374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UF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Concluintes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(R$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Paraná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São Paulo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54,4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75,1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Minas Gerais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Santa Catarina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50,0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64,8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Distrito Federal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123,2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de Janeiro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68,1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Grande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Espírito Santo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Mato Grosso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64,1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Tocantins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41,2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Brasil reduz a distância para a OCDE no PISA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PISA 2025: pontuação média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(OCDE, 2026), (INEP,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matemática, a distância para a OCDE caiu de 131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92 pontos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desde 2006. Como 20 pontos equivalem a cerca de um ano escolar, a defasagem ainda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4,6 anos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Só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28% dos alunos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atingem o nível básico em matemática, ante 65% na OCDE. No novo domínio digital, Brasil 406 x OCDE 500.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Educação básica de qualidade é pré-requisito para a produtividade de longo prazo.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pontos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2027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O que acompanhar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Macroeconomia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Regra 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Meta de superávit de 0,5% do PIB, gatilhos da LC 235 e revisão de despesas obrigatórias. Indicadores: resultado primário e dívida bruta.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 e inflação.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O ritmo de corte da Selic depende de expectativas ancoradas e de credibilidade fiscal. Indicadores: Focus e comunicação do Copom.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Famílias e crédito.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Desenrola, proibição das apostas e juros menores aliviam o serviço da dívida. Indicador: comprometimento de renda.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Estrutura e ambiente externo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Reforma tributária.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2027, a CBS substitui o PIS/Cofins, o IPI é zerado (exceto ZFM) e começa o Imposto Seletivo. Indicadores: preços e arrecadação.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Educação básica, inovação e infraestrutura definem o crescimento potencial. Indicador: PIB por trabalhador.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Cenário externo.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Petróleo, juros americanos e tarifas; o real amortece choques de commodities. Indicadores: Brent e câmbio.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685800" y="472744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(IPEA, 2026), (BCB, 2026), (BRASIL, 2026) e (OBSERVATÓRIO FIESC, 2026)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Balanço de riscos para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Para pior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Revisão da meta ou adiamento do ajuste elevam o prêmio de risco.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Petróleo e geopolítica.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Pressão sobre combustíveis, fretes, fertilizantes e alimentos.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 globais.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Novas altas do Fed e juro de 10 anos dos EUA em 5%.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Clima.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El Niño intenso afeta safra e energia.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Crédito.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Inadimplência recorde restringe a oferta às famílias.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Para melhor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Credibilidade 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Ajuste crível nas despesas obrigatórias acelera a queda da Selic.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Commodities.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agro sustentam câmbio e receitas.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Famílias.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Renegociação de dívidas e fim das apostas liberam renda.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Desinflação.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Atividade mais fraca alivia os preços de serviços.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Juros menores destravam FBCF, construção e bens de capital.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685800" y="472744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(IPEA, 2026), (BCB, 2026) e (OBSERVATÓRIO FIESC, 2026)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Mensagens finais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Brasil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Desaceleração.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2027 começa com PIB projetado entre 1,3% e 1,7%, desemprego mínimo e inflação acima da meta.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Consumo.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Perdeu fôlego pelo peso da dívida, não por falta de renda.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O ajuste é necessário qualquer que seja o resultado eleitoral: a dívida bruta caminha para 90% do PIB em 2028.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Só caem de forma sustentada com credibilidade fiscal, o elo entre contas públicas e crédito.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Indústria e Santa Catarina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Indústria.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transformação está estagnada; a retomada depende da transmissão dos cortes de juros ao crédito e ao investimento.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Santa Catarina.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Atividade e emprego acima da média nacional, com forte integração ao comércio exterior.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Reforma tributária.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2027 marca o início da CBS e o fim do IPI: a transição exige preparação das empresas.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Longo prazo.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O teto do crescimento é a produtividade: educação, inovação e investimento precisam chegar às empresas.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66270285-3310-93EF-EFEE-8820AEE2B290}"/>
              </a:ext>
            </a:extLst>
          </p:cNvPr>
          <p:cNvGrpSpPr/>
          <p:nvPr/>
        </p:nvGrpSpPr>
        <p:grpSpPr>
          <a:xfrm>
            <a:off x="1185172" y="3602334"/>
            <a:ext cx="7274371" cy="591615"/>
            <a:chOff x="2312418" y="3037620"/>
            <a:chExt cx="8234515" cy="669702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6AFF54E5-2241-41D9-414E-FF612D558D30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3E7F7069-BAFC-308B-CD7D-40AB7EAC9CB6}"/>
                </a:ext>
              </a:extLst>
            </p:cNvPr>
            <p:cNvSpPr txBox="1"/>
            <p:nvPr/>
          </p:nvSpPr>
          <p:spPr>
            <a:xfrm>
              <a:off x="2514798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37F43452-BE59-BC9B-47A9-88C14511A8F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93452526-1ECA-31F8-4391-C87D113398A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B7395C7C-8FB8-CF73-5D6C-80B6A704A68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7819D4BF-1F34-6BF2-3CA5-32ABEA1258A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668FAF6-776A-BE75-6B0B-824E91B9B5D0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47956490-1A7E-AAC4-6A66-1A774CA3992A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A8F5CDEE-A764-3FEB-EB33-41D50BE1C538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05BF3FFD-5186-0FE4-C0DA-9274CAFFC08A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</a:p>
          </p:txBody>
        </p:sp>
      </p:grpSp>
      <p:pic>
        <p:nvPicPr>
          <p:cNvPr id="17" name="Google Shape;3283;p93">
            <a:extLst>
              <a:ext uri="{FF2B5EF4-FFF2-40B4-BE49-F238E27FC236}">
                <a16:creationId xmlns:a16="http://schemas.microsoft.com/office/drawing/2014/main" id="{CEC4001F-EEF5-2CB9-498D-A30842CAE69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9538" y="956897"/>
            <a:ext cx="1704900" cy="1704900"/>
          </a:xfrm>
          <a:prstGeom prst="roundRect">
            <a:avLst>
              <a:gd name="adj" fmla="val 6897"/>
            </a:avLst>
          </a:prstGeom>
          <a:noFill/>
          <a:ln>
            <a:noFill/>
          </a:ln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05D7680-A903-F32C-54E7-21061FE8317B}"/>
              </a:ext>
            </a:extLst>
          </p:cNvPr>
          <p:cNvGrpSpPr/>
          <p:nvPr/>
        </p:nvGrpSpPr>
        <p:grpSpPr>
          <a:xfrm>
            <a:off x="3073051" y="2915594"/>
            <a:ext cx="2997873" cy="449097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33604B7B-1BA0-9220-468A-97A8890B4D9F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931CD83-E35A-BC3D-3778-185235761106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5FA03A0-90F3-D66A-3A85-D75A65EE8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8DE50C3-926D-9DB2-4E4D-21F60F8A6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 [1792003058133]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1C3410-55F6-4730-A0F4-15361F35D35F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ac3cc98-36b3-4846-ba28-8951a5afaf7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3697</Words>
  <Application>Microsoft Office PowerPoint</Application>
  <PresentationFormat>Apresentação na tela (16:9)</PresentationFormat>
  <Paragraphs>405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9" baseType="lpstr">
      <vt:lpstr>Montserrat</vt:lpstr>
      <vt:lpstr>Arial</vt:lpstr>
      <vt:lpstr>Montserrat ExtraBold</vt:lpstr>
      <vt:lpstr>Montserrat Medium</vt:lpstr>
      <vt:lpstr>Montserrat SemiBold</vt:lpstr>
      <vt:lpstr>Simple Light [1792003058133]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HAEMING</cp:lastModifiedBy>
  <cp:revision>54</cp:revision>
  <dcterms:modified xsi:type="dcterms:W3CDTF">2026-10-27T18:15:53Z</dcterms:modified>
</cp:coreProperties>
</file>