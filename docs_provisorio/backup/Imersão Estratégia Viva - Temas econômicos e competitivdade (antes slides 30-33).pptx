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9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4" r:id="rId31"/>
    <p:sldId id="440" r:id="rId32"/>
    <p:sldId id="441" r:id="rId33"/>
    <p:sldId id="416" r:id="rId34"/>
    <p:sldId id="409" r:id="rId35"/>
    <p:sldId id="443" r:id="rId36"/>
    <p:sldId id="412" r:id="rId37"/>
    <p:sldId id="413" r:id="rId38"/>
  </p:sldIdLst>
  <p:sldSz cx="9144000" cy="5143500" type="screen16x9"/>
  <p:notesSz cx="6858000" cy="9144000"/>
  <p:embeddedFontLst>
    <p:embeddedFont>
      <p:font typeface="Montserrat" pitchFamily="2" charset="0"/>
      <p:regular r:id="rId40"/>
      <p:bold r:id="rId41"/>
    </p:embeddedFont>
    <p:embeddedFont>
      <p:font typeface="Montserrat ExtraBold" pitchFamily="2" charset="0"/>
      <p:bold r:id="rId42"/>
    </p:embeddedFont>
    <p:embeddedFont>
      <p:font typeface="Montserrat Medium" pitchFamily="2" charset="0"/>
      <p:regular r:id="rId43"/>
    </p:embeddedFont>
    <p:embeddedFont>
      <p:font typeface="Montserrat SemiBold" pitchFamily="2" charset="0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1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0240CA"/>
                </a:solidFill>
                <a:latin typeface="Montserrat"/>
              </a:rPr>
              <a:t>Longo </a:t>
            </a:r>
            <a:r>
              <a:rPr sz="1300" b="1" dirty="0" err="1">
                <a:solidFill>
                  <a:srgbClr val="0240CA"/>
                </a:solidFill>
                <a:latin typeface="Montserrat"/>
              </a:rPr>
              <a:t>prazo</a:t>
            </a:r>
            <a:endParaRPr sz="1300" b="1" dirty="0">
              <a:solidFill>
                <a:srgbClr val="0240CA"/>
              </a:solidFill>
              <a:latin typeface="Montserrat"/>
            </a:endParaRPr>
          </a:p>
          <a:p>
            <a:pPr algn="ctr">
              <a:spcBef>
                <a:spcPts val="300"/>
              </a:spcBef>
            </a:pPr>
            <a:r>
              <a:rPr sz="1000" b="0" dirty="0" err="1">
                <a:solidFill>
                  <a:srgbClr val="1E1E29"/>
                </a:solidFill>
                <a:latin typeface="Montserrat"/>
              </a:rPr>
              <a:t>Demografia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produtividade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investimento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indústria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formação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 e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inovação</a:t>
            </a:r>
            <a:endParaRPr sz="1000" b="0" dirty="0">
              <a:solidFill>
                <a:srgbClr val="1E1E29"/>
              </a:solidFill>
              <a:latin typeface="Montserrat"/>
            </a:endParaRP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>Indústria</a:t>
            </a: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</a:t>
            </a:r>
            <a:r>
              <a:rPr lang="pt-BR" sz="2000">
                <a:solidFill>
                  <a:srgbClr val="0240CA"/>
                </a:solidFill>
                <a:latin typeface="Montserrat" pitchFamily="2" charset="0"/>
              </a:rPr>
              <a:t>Santa Catarina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lang="pt-BR" sz="2000" noProof="0" dirty="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200" b="1" noProof="0" dirty="0">
                <a:solidFill>
                  <a:srgbClr val="1E1E29"/>
                </a:solidFill>
                <a:latin typeface="Montserrat"/>
              </a:rPr>
              <a:t>Cenário adverso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0" noProof="0" dirty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noProof="0" dirty="0">
                <a:solidFill>
                  <a:srgbClr val="0240CA"/>
                </a:solidFill>
                <a:latin typeface="Montserrat"/>
              </a:rPr>
              <a:t>Cenário favorável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Novas altas do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Fed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Petróleo, geopolítica e El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Niño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Fiscal Impacta juros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60" y="2692909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4253</Words>
  <Application>Microsoft Office PowerPoint</Application>
  <PresentationFormat>Apresentação na tela (16:9)</PresentationFormat>
  <Paragraphs>519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Montserrat SemiBold</vt:lpstr>
      <vt:lpstr>Montserrat </vt:lpstr>
      <vt:lpstr>Arial</vt:lpstr>
      <vt:lpstr>Montserrat</vt:lpstr>
      <vt:lpstr>Montserrat ExtraBold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79</cp:revision>
  <dcterms:modified xsi:type="dcterms:W3CDTF">2026-10-28T13:02:33Z</dcterms:modified>
</cp:coreProperties>
</file>