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notesSlides/notesSlide3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40"/>
  </p:notesMasterIdLst>
  <p:sldIdLst>
    <p:sldId id="375" r:id="rId2"/>
    <p:sldId id="376" r:id="rId3"/>
    <p:sldId id="377" r:id="rId4"/>
    <p:sldId id="417" r:id="rId5"/>
    <p:sldId id="418" r:id="rId6"/>
    <p:sldId id="419" r:id="rId7"/>
    <p:sldId id="420" r:id="rId8"/>
    <p:sldId id="421" r:id="rId9"/>
    <p:sldId id="383" r:id="rId10"/>
    <p:sldId id="422" r:id="rId11"/>
    <p:sldId id="423" r:id="rId12"/>
    <p:sldId id="424" r:id="rId13"/>
    <p:sldId id="425" r:id="rId14"/>
    <p:sldId id="426" r:id="rId15"/>
    <p:sldId id="389" r:id="rId16"/>
    <p:sldId id="427" r:id="rId17"/>
    <p:sldId id="428" r:id="rId18"/>
    <p:sldId id="429" r:id="rId19"/>
    <p:sldId id="430" r:id="rId20"/>
    <p:sldId id="431" r:id="rId21"/>
    <p:sldId id="432" r:id="rId22"/>
    <p:sldId id="396" r:id="rId23"/>
    <p:sldId id="433" r:id="rId24"/>
    <p:sldId id="434" r:id="rId25"/>
    <p:sldId id="399" r:id="rId26"/>
    <p:sldId id="435" r:id="rId27"/>
    <p:sldId id="436" r:id="rId28"/>
    <p:sldId id="437" r:id="rId29"/>
    <p:sldId id="438" r:id="rId30"/>
    <p:sldId id="439" r:id="rId31"/>
    <p:sldId id="440" r:id="rId32"/>
    <p:sldId id="441" r:id="rId33"/>
    <p:sldId id="416" r:id="rId34"/>
    <p:sldId id="409" r:id="rId35"/>
    <p:sldId id="442" r:id="rId36"/>
    <p:sldId id="443" r:id="rId37"/>
    <p:sldId id="412" r:id="rId38"/>
    <p:sldId id="413" r:id="rId39"/>
  </p:sldIdLst>
  <p:sldSz cx="9144000" cy="5143500" type="screen16x9"/>
  <p:notesSz cx="6858000" cy="9144000"/>
  <p:embeddedFontLst>
    <p:embeddedFont>
      <p:font typeface="Montserrat" pitchFamily="2" charset="0"/>
      <p:regular r:id="rId41"/>
      <p:bold r:id="rId42"/>
    </p:embeddedFont>
    <p:embeddedFont>
      <p:font typeface="Montserrat ExtraBold" pitchFamily="2" charset="0"/>
      <p:bold r:id="rId43"/>
    </p:embeddedFont>
    <p:embeddedFont>
      <p:font typeface="Montserrat Medium" pitchFamily="2" charset="0"/>
      <p:regular r:id="rId44"/>
    </p:embeddedFont>
    <p:embeddedFont>
      <p:font typeface="Montserrat SemiBold" pitchFamily="2" charset="0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82" y="120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B-4F43-BFE9-1AF30911DD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B-4F43-BFE9-1AF30911DD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9B-4F43-BFE9-1AF30911DD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6821295233061146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histórica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Sheet1!$B$2:$B$322</c:f>
              <c:numCache>
                <c:formatCode>#,##0</c:formatCode>
                <c:ptCount val="3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  <c:pt idx="201">
                  <c:v>100</c:v>
                </c:pt>
                <c:pt idx="202">
                  <c:v>100</c:v>
                </c:pt>
                <c:pt idx="203">
                  <c:v>100</c:v>
                </c:pt>
                <c:pt idx="204">
                  <c:v>100</c:v>
                </c:pt>
                <c:pt idx="205">
                  <c:v>100</c:v>
                </c:pt>
                <c:pt idx="206">
                  <c:v>100</c:v>
                </c:pt>
                <c:pt idx="207">
                  <c:v>100</c:v>
                </c:pt>
                <c:pt idx="208">
                  <c:v>100</c:v>
                </c:pt>
                <c:pt idx="209">
                  <c:v>100</c:v>
                </c:pt>
                <c:pt idx="210">
                  <c:v>100</c:v>
                </c:pt>
                <c:pt idx="211">
                  <c:v>100</c:v>
                </c:pt>
                <c:pt idx="212">
                  <c:v>100</c:v>
                </c:pt>
                <c:pt idx="213">
                  <c:v>100</c:v>
                </c:pt>
                <c:pt idx="214">
                  <c:v>100</c:v>
                </c:pt>
                <c:pt idx="215">
                  <c:v>100</c:v>
                </c:pt>
                <c:pt idx="216">
                  <c:v>100</c:v>
                </c:pt>
                <c:pt idx="217">
                  <c:v>100</c:v>
                </c:pt>
                <c:pt idx="218">
                  <c:v>100</c:v>
                </c:pt>
                <c:pt idx="219">
                  <c:v>100</c:v>
                </c:pt>
                <c:pt idx="220">
                  <c:v>100</c:v>
                </c:pt>
                <c:pt idx="221">
                  <c:v>100</c:v>
                </c:pt>
                <c:pt idx="222">
                  <c:v>100</c:v>
                </c:pt>
                <c:pt idx="223">
                  <c:v>100</c:v>
                </c:pt>
                <c:pt idx="224">
                  <c:v>100</c:v>
                </c:pt>
                <c:pt idx="225">
                  <c:v>100</c:v>
                </c:pt>
                <c:pt idx="226">
                  <c:v>100</c:v>
                </c:pt>
                <c:pt idx="227">
                  <c:v>100</c:v>
                </c:pt>
                <c:pt idx="228">
                  <c:v>100</c:v>
                </c:pt>
                <c:pt idx="229">
                  <c:v>100</c:v>
                </c:pt>
                <c:pt idx="230">
                  <c:v>100</c:v>
                </c:pt>
                <c:pt idx="231">
                  <c:v>100</c:v>
                </c:pt>
                <c:pt idx="232">
                  <c:v>100</c:v>
                </c:pt>
                <c:pt idx="233">
                  <c:v>100</c:v>
                </c:pt>
                <c:pt idx="234">
                  <c:v>100</c:v>
                </c:pt>
                <c:pt idx="235">
                  <c:v>100</c:v>
                </c:pt>
                <c:pt idx="236">
                  <c:v>100</c:v>
                </c:pt>
                <c:pt idx="237">
                  <c:v>100</c:v>
                </c:pt>
                <c:pt idx="238">
                  <c:v>100</c:v>
                </c:pt>
                <c:pt idx="239">
                  <c:v>100</c:v>
                </c:pt>
                <c:pt idx="240">
                  <c:v>100</c:v>
                </c:pt>
                <c:pt idx="241">
                  <c:v>100</c:v>
                </c:pt>
                <c:pt idx="242">
                  <c:v>100</c:v>
                </c:pt>
                <c:pt idx="243">
                  <c:v>100</c:v>
                </c:pt>
                <c:pt idx="244">
                  <c:v>100</c:v>
                </c:pt>
                <c:pt idx="245">
                  <c:v>100</c:v>
                </c:pt>
                <c:pt idx="246">
                  <c:v>100</c:v>
                </c:pt>
                <c:pt idx="247">
                  <c:v>100</c:v>
                </c:pt>
                <c:pt idx="248">
                  <c:v>100</c:v>
                </c:pt>
                <c:pt idx="249">
                  <c:v>100</c:v>
                </c:pt>
                <c:pt idx="250">
                  <c:v>100</c:v>
                </c:pt>
                <c:pt idx="251">
                  <c:v>100</c:v>
                </c:pt>
                <c:pt idx="252">
                  <c:v>100</c:v>
                </c:pt>
                <c:pt idx="253">
                  <c:v>100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100</c:v>
                </c:pt>
                <c:pt idx="258">
                  <c:v>100</c:v>
                </c:pt>
                <c:pt idx="259">
                  <c:v>100</c:v>
                </c:pt>
                <c:pt idx="260">
                  <c:v>100</c:v>
                </c:pt>
                <c:pt idx="261">
                  <c:v>100</c:v>
                </c:pt>
                <c:pt idx="262">
                  <c:v>100</c:v>
                </c:pt>
                <c:pt idx="263">
                  <c:v>100</c:v>
                </c:pt>
                <c:pt idx="264">
                  <c:v>100</c:v>
                </c:pt>
                <c:pt idx="265">
                  <c:v>100</c:v>
                </c:pt>
                <c:pt idx="266">
                  <c:v>100</c:v>
                </c:pt>
                <c:pt idx="267">
                  <c:v>100</c:v>
                </c:pt>
                <c:pt idx="268">
                  <c:v>100</c:v>
                </c:pt>
                <c:pt idx="269">
                  <c:v>100</c:v>
                </c:pt>
                <c:pt idx="270">
                  <c:v>100</c:v>
                </c:pt>
                <c:pt idx="271">
                  <c:v>100</c:v>
                </c:pt>
                <c:pt idx="272">
                  <c:v>100</c:v>
                </c:pt>
                <c:pt idx="273">
                  <c:v>100</c:v>
                </c:pt>
                <c:pt idx="274">
                  <c:v>100</c:v>
                </c:pt>
                <c:pt idx="275">
                  <c:v>100</c:v>
                </c:pt>
                <c:pt idx="276">
                  <c:v>100</c:v>
                </c:pt>
                <c:pt idx="277">
                  <c:v>100</c:v>
                </c:pt>
                <c:pt idx="278">
                  <c:v>100</c:v>
                </c:pt>
                <c:pt idx="279">
                  <c:v>100</c:v>
                </c:pt>
                <c:pt idx="280">
                  <c:v>100</c:v>
                </c:pt>
                <c:pt idx="281">
                  <c:v>100</c:v>
                </c:pt>
                <c:pt idx="282">
                  <c:v>100</c:v>
                </c:pt>
                <c:pt idx="283">
                  <c:v>100</c:v>
                </c:pt>
                <c:pt idx="284">
                  <c:v>100</c:v>
                </c:pt>
                <c:pt idx="285">
                  <c:v>100</c:v>
                </c:pt>
                <c:pt idx="286">
                  <c:v>100</c:v>
                </c:pt>
                <c:pt idx="287">
                  <c:v>100</c:v>
                </c:pt>
                <c:pt idx="288">
                  <c:v>100</c:v>
                </c:pt>
                <c:pt idx="289">
                  <c:v>100</c:v>
                </c:pt>
                <c:pt idx="290">
                  <c:v>100</c:v>
                </c:pt>
                <c:pt idx="291">
                  <c:v>100</c:v>
                </c:pt>
                <c:pt idx="292">
                  <c:v>100</c:v>
                </c:pt>
                <c:pt idx="293">
                  <c:v>100</c:v>
                </c:pt>
                <c:pt idx="294">
                  <c:v>100</c:v>
                </c:pt>
                <c:pt idx="295">
                  <c:v>100</c:v>
                </c:pt>
                <c:pt idx="296">
                  <c:v>100</c:v>
                </c:pt>
                <c:pt idx="297">
                  <c:v>100</c:v>
                </c:pt>
                <c:pt idx="298">
                  <c:v>100</c:v>
                </c:pt>
                <c:pt idx="299">
                  <c:v>100</c:v>
                </c:pt>
                <c:pt idx="300">
                  <c:v>100</c:v>
                </c:pt>
                <c:pt idx="301">
                  <c:v>100</c:v>
                </c:pt>
                <c:pt idx="302">
                  <c:v>100</c:v>
                </c:pt>
                <c:pt idx="303">
                  <c:v>100</c:v>
                </c:pt>
                <c:pt idx="304">
                  <c:v>100</c:v>
                </c:pt>
                <c:pt idx="305">
                  <c:v>100</c:v>
                </c:pt>
                <c:pt idx="306">
                  <c:v>100</c:v>
                </c:pt>
                <c:pt idx="307">
                  <c:v>100</c:v>
                </c:pt>
                <c:pt idx="308">
                  <c:v>100</c:v>
                </c:pt>
                <c:pt idx="309">
                  <c:v>100</c:v>
                </c:pt>
                <c:pt idx="310">
                  <c:v>100</c:v>
                </c:pt>
                <c:pt idx="311">
                  <c:v>100</c:v>
                </c:pt>
                <c:pt idx="312">
                  <c:v>100</c:v>
                </c:pt>
                <c:pt idx="313">
                  <c:v>100</c:v>
                </c:pt>
                <c:pt idx="314">
                  <c:v>100</c:v>
                </c:pt>
                <c:pt idx="315">
                  <c:v>100</c:v>
                </c:pt>
                <c:pt idx="316">
                  <c:v>100</c:v>
                </c:pt>
                <c:pt idx="317">
                  <c:v>100</c:v>
                </c:pt>
                <c:pt idx="318">
                  <c:v>100</c:v>
                </c:pt>
                <c:pt idx="319">
                  <c:v>100</c:v>
                </c:pt>
                <c:pt idx="32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5E-4359-97C4-EFE17C9D4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Risco geopolítico</c:v>
                </c:pt>
              </c:strCache>
            </c:strRef>
          </c:tx>
          <c:spPr>
            <a:ln w="22225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1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Ataques</a:t>
                    </a:r>
                    <a:r>
                      <a:rPr lang="en-US" sz="750" baseline="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11 de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Setembro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9256120527307"/>
                      <c:h val="8.97084888013276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A5E-4359-97C4-EFE17C9D44FD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Invasão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Iraque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A5E-4359-97C4-EFE17C9D44FD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r>
                      <a:rPr lang="en-US" sz="750" dirty="0">
                        <a:solidFill>
                          <a:srgbClr val="6B7280"/>
                        </a:solidFill>
                      </a:rPr>
                      <a:t>Guerra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Ucrânia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x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Rússia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5E-4359-97C4-EFE17C9D44FD}"/>
                </c:ext>
              </c:extLst>
            </c:dLbl>
            <c:dLbl>
              <c:idx val="314"/>
              <c:layout>
                <c:manualLayout>
                  <c:x val="-2.6232631937956909E-2"/>
                  <c:y val="-0.14146282470774893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Conflito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Irã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–Israel-EUA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8822975517890765E-2"/>
                      <c:h val="0.2197206519669092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8A5E-4359-97C4-EFE17C9D44FD}"/>
                </c:ext>
              </c:extLst>
            </c:dLbl>
            <c:dLbl>
              <c:idx val="3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5E-4359-97C4-EFE17C9D44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Sheet1!$C$2:$C$322</c:f>
              <c:numCache>
                <c:formatCode>#,##0</c:formatCode>
                <c:ptCount val="321"/>
                <c:pt idx="0">
                  <c:v>64.5</c:v>
                </c:pt>
                <c:pt idx="1">
                  <c:v>63.5</c:v>
                </c:pt>
                <c:pt idx="2">
                  <c:v>50.1</c:v>
                </c:pt>
                <c:pt idx="3">
                  <c:v>48.7</c:v>
                </c:pt>
                <c:pt idx="4">
                  <c:v>79.5</c:v>
                </c:pt>
                <c:pt idx="5">
                  <c:v>64.7</c:v>
                </c:pt>
                <c:pt idx="6">
                  <c:v>51.9</c:v>
                </c:pt>
                <c:pt idx="7">
                  <c:v>46.5</c:v>
                </c:pt>
                <c:pt idx="8">
                  <c:v>52.7</c:v>
                </c:pt>
                <c:pt idx="9">
                  <c:v>76.5</c:v>
                </c:pt>
                <c:pt idx="10">
                  <c:v>45.1</c:v>
                </c:pt>
                <c:pt idx="11">
                  <c:v>45.4</c:v>
                </c:pt>
                <c:pt idx="12">
                  <c:v>46.9</c:v>
                </c:pt>
                <c:pt idx="13">
                  <c:v>55.1</c:v>
                </c:pt>
                <c:pt idx="14">
                  <c:v>61.7</c:v>
                </c:pt>
                <c:pt idx="15">
                  <c:v>50.6</c:v>
                </c:pt>
                <c:pt idx="16">
                  <c:v>60.4</c:v>
                </c:pt>
                <c:pt idx="17">
                  <c:v>72.099999999999994</c:v>
                </c:pt>
                <c:pt idx="18">
                  <c:v>61.1</c:v>
                </c:pt>
                <c:pt idx="19">
                  <c:v>64.099999999999994</c:v>
                </c:pt>
                <c:pt idx="20">
                  <c:v>498.6</c:v>
                </c:pt>
                <c:pt idx="21">
                  <c:v>512.5</c:v>
                </c:pt>
                <c:pt idx="22">
                  <c:v>306.8</c:v>
                </c:pt>
                <c:pt idx="23">
                  <c:v>236.1</c:v>
                </c:pt>
                <c:pt idx="24">
                  <c:v>172.5</c:v>
                </c:pt>
                <c:pt idx="25">
                  <c:v>146.19999999999999</c:v>
                </c:pt>
                <c:pt idx="26">
                  <c:v>152</c:v>
                </c:pt>
                <c:pt idx="27">
                  <c:v>157.5</c:v>
                </c:pt>
                <c:pt idx="28">
                  <c:v>163.30000000000001</c:v>
                </c:pt>
                <c:pt idx="29">
                  <c:v>149.30000000000001</c:v>
                </c:pt>
                <c:pt idx="30">
                  <c:v>122.8</c:v>
                </c:pt>
                <c:pt idx="31">
                  <c:v>127.1</c:v>
                </c:pt>
                <c:pt idx="32">
                  <c:v>174.9</c:v>
                </c:pt>
                <c:pt idx="33">
                  <c:v>172</c:v>
                </c:pt>
                <c:pt idx="34">
                  <c:v>159.1</c:v>
                </c:pt>
                <c:pt idx="35">
                  <c:v>175.8</c:v>
                </c:pt>
                <c:pt idx="36">
                  <c:v>206.4</c:v>
                </c:pt>
                <c:pt idx="37">
                  <c:v>239.6</c:v>
                </c:pt>
                <c:pt idx="38">
                  <c:v>358.7</c:v>
                </c:pt>
                <c:pt idx="39">
                  <c:v>255.8</c:v>
                </c:pt>
                <c:pt idx="40">
                  <c:v>162.1</c:v>
                </c:pt>
                <c:pt idx="41">
                  <c:v>145.80000000000001</c:v>
                </c:pt>
                <c:pt idx="42">
                  <c:v>134.9</c:v>
                </c:pt>
                <c:pt idx="43">
                  <c:v>138.19999999999999</c:v>
                </c:pt>
                <c:pt idx="44">
                  <c:v>118.2</c:v>
                </c:pt>
                <c:pt idx="45">
                  <c:v>108.3</c:v>
                </c:pt>
                <c:pt idx="46">
                  <c:v>118.1</c:v>
                </c:pt>
                <c:pt idx="47">
                  <c:v>129.5</c:v>
                </c:pt>
                <c:pt idx="48">
                  <c:v>113.5</c:v>
                </c:pt>
                <c:pt idx="49">
                  <c:v>115.1</c:v>
                </c:pt>
                <c:pt idx="50">
                  <c:v>138.5</c:v>
                </c:pt>
                <c:pt idx="51">
                  <c:v>149.6</c:v>
                </c:pt>
                <c:pt idx="52">
                  <c:v>121.1</c:v>
                </c:pt>
                <c:pt idx="53">
                  <c:v>137.19999999999999</c:v>
                </c:pt>
                <c:pt idx="54">
                  <c:v>131</c:v>
                </c:pt>
                <c:pt idx="55">
                  <c:v>140.4</c:v>
                </c:pt>
                <c:pt idx="56">
                  <c:v>153.9</c:v>
                </c:pt>
                <c:pt idx="57">
                  <c:v>119.9</c:v>
                </c:pt>
                <c:pt idx="58">
                  <c:v>122.7</c:v>
                </c:pt>
                <c:pt idx="59">
                  <c:v>109.9</c:v>
                </c:pt>
                <c:pt idx="60">
                  <c:v>100.9</c:v>
                </c:pt>
                <c:pt idx="61">
                  <c:v>109</c:v>
                </c:pt>
                <c:pt idx="62">
                  <c:v>90.4</c:v>
                </c:pt>
                <c:pt idx="63">
                  <c:v>87</c:v>
                </c:pt>
                <c:pt idx="64">
                  <c:v>98.2</c:v>
                </c:pt>
                <c:pt idx="65">
                  <c:v>81.099999999999994</c:v>
                </c:pt>
                <c:pt idx="66">
                  <c:v>165.9</c:v>
                </c:pt>
                <c:pt idx="67">
                  <c:v>116.2</c:v>
                </c:pt>
                <c:pt idx="68">
                  <c:v>103.8</c:v>
                </c:pt>
                <c:pt idx="69">
                  <c:v>87.1</c:v>
                </c:pt>
                <c:pt idx="70">
                  <c:v>83.5</c:v>
                </c:pt>
                <c:pt idx="71">
                  <c:v>95.4</c:v>
                </c:pt>
                <c:pt idx="72">
                  <c:v>94.5</c:v>
                </c:pt>
                <c:pt idx="73">
                  <c:v>95.9</c:v>
                </c:pt>
                <c:pt idx="74">
                  <c:v>92.8</c:v>
                </c:pt>
                <c:pt idx="75">
                  <c:v>89</c:v>
                </c:pt>
                <c:pt idx="76">
                  <c:v>85.2</c:v>
                </c:pt>
                <c:pt idx="77">
                  <c:v>102.6</c:v>
                </c:pt>
                <c:pt idx="78">
                  <c:v>137.1</c:v>
                </c:pt>
                <c:pt idx="79">
                  <c:v>147.1</c:v>
                </c:pt>
                <c:pt idx="80">
                  <c:v>111.7</c:v>
                </c:pt>
                <c:pt idx="81">
                  <c:v>113.1</c:v>
                </c:pt>
                <c:pt idx="82">
                  <c:v>88.8</c:v>
                </c:pt>
                <c:pt idx="83">
                  <c:v>90.6</c:v>
                </c:pt>
                <c:pt idx="84">
                  <c:v>97.9</c:v>
                </c:pt>
                <c:pt idx="85">
                  <c:v>96.2</c:v>
                </c:pt>
                <c:pt idx="86">
                  <c:v>87.3</c:v>
                </c:pt>
                <c:pt idx="87">
                  <c:v>76.599999999999994</c:v>
                </c:pt>
                <c:pt idx="88">
                  <c:v>92.6</c:v>
                </c:pt>
                <c:pt idx="89">
                  <c:v>98</c:v>
                </c:pt>
                <c:pt idx="90">
                  <c:v>112.3</c:v>
                </c:pt>
                <c:pt idx="91">
                  <c:v>83.2</c:v>
                </c:pt>
                <c:pt idx="92">
                  <c:v>94.5</c:v>
                </c:pt>
                <c:pt idx="93">
                  <c:v>101.5</c:v>
                </c:pt>
                <c:pt idx="94">
                  <c:v>89.8</c:v>
                </c:pt>
                <c:pt idx="95">
                  <c:v>95</c:v>
                </c:pt>
                <c:pt idx="96">
                  <c:v>81.5</c:v>
                </c:pt>
                <c:pt idx="97">
                  <c:v>80.8</c:v>
                </c:pt>
                <c:pt idx="98">
                  <c:v>77.599999999999994</c:v>
                </c:pt>
                <c:pt idx="99">
                  <c:v>71.900000000000006</c:v>
                </c:pt>
                <c:pt idx="100">
                  <c:v>72.599999999999994</c:v>
                </c:pt>
                <c:pt idx="101">
                  <c:v>87.5</c:v>
                </c:pt>
                <c:pt idx="102">
                  <c:v>89.7</c:v>
                </c:pt>
                <c:pt idx="103">
                  <c:v>88.6</c:v>
                </c:pt>
                <c:pt idx="104">
                  <c:v>88.5</c:v>
                </c:pt>
                <c:pt idx="105">
                  <c:v>64.2</c:v>
                </c:pt>
                <c:pt idx="106">
                  <c:v>79.099999999999994</c:v>
                </c:pt>
                <c:pt idx="107">
                  <c:v>92.4</c:v>
                </c:pt>
                <c:pt idx="108">
                  <c:v>85.4</c:v>
                </c:pt>
                <c:pt idx="109">
                  <c:v>67.5</c:v>
                </c:pt>
                <c:pt idx="110">
                  <c:v>72.599999999999994</c:v>
                </c:pt>
                <c:pt idx="111">
                  <c:v>85.7</c:v>
                </c:pt>
                <c:pt idx="112">
                  <c:v>89.7</c:v>
                </c:pt>
                <c:pt idx="113">
                  <c:v>81.099999999999994</c:v>
                </c:pt>
                <c:pt idx="114">
                  <c:v>83.4</c:v>
                </c:pt>
                <c:pt idx="115">
                  <c:v>73.400000000000006</c:v>
                </c:pt>
                <c:pt idx="116">
                  <c:v>92.8</c:v>
                </c:pt>
                <c:pt idx="117">
                  <c:v>90.6</c:v>
                </c:pt>
                <c:pt idx="118">
                  <c:v>82.1</c:v>
                </c:pt>
                <c:pt idx="119">
                  <c:v>92.9</c:v>
                </c:pt>
                <c:pt idx="120">
                  <c:v>91.6</c:v>
                </c:pt>
                <c:pt idx="121">
                  <c:v>80.7</c:v>
                </c:pt>
                <c:pt idx="122">
                  <c:v>74.099999999999994</c:v>
                </c:pt>
                <c:pt idx="123">
                  <c:v>88.8</c:v>
                </c:pt>
                <c:pt idx="124">
                  <c:v>89</c:v>
                </c:pt>
                <c:pt idx="125">
                  <c:v>96.5</c:v>
                </c:pt>
                <c:pt idx="126">
                  <c:v>79.400000000000006</c:v>
                </c:pt>
                <c:pt idx="127">
                  <c:v>81</c:v>
                </c:pt>
                <c:pt idx="128">
                  <c:v>71.2</c:v>
                </c:pt>
                <c:pt idx="129">
                  <c:v>66</c:v>
                </c:pt>
                <c:pt idx="130">
                  <c:v>94.7</c:v>
                </c:pt>
                <c:pt idx="131">
                  <c:v>97.2</c:v>
                </c:pt>
                <c:pt idx="132">
                  <c:v>79.400000000000006</c:v>
                </c:pt>
                <c:pt idx="133">
                  <c:v>90</c:v>
                </c:pt>
                <c:pt idx="134">
                  <c:v>136.9</c:v>
                </c:pt>
                <c:pt idx="135">
                  <c:v>91</c:v>
                </c:pt>
                <c:pt idx="136">
                  <c:v>105.3</c:v>
                </c:pt>
                <c:pt idx="137">
                  <c:v>84.4</c:v>
                </c:pt>
                <c:pt idx="138">
                  <c:v>78.900000000000006</c:v>
                </c:pt>
                <c:pt idx="139">
                  <c:v>87</c:v>
                </c:pt>
                <c:pt idx="140">
                  <c:v>83.4</c:v>
                </c:pt>
                <c:pt idx="141">
                  <c:v>76.3</c:v>
                </c:pt>
                <c:pt idx="142">
                  <c:v>83.2</c:v>
                </c:pt>
                <c:pt idx="143">
                  <c:v>85.3</c:v>
                </c:pt>
                <c:pt idx="144">
                  <c:v>79.599999999999994</c:v>
                </c:pt>
                <c:pt idx="145">
                  <c:v>92.4</c:v>
                </c:pt>
                <c:pt idx="146">
                  <c:v>88.8</c:v>
                </c:pt>
                <c:pt idx="147">
                  <c:v>96</c:v>
                </c:pt>
                <c:pt idx="148">
                  <c:v>78.2</c:v>
                </c:pt>
                <c:pt idx="149">
                  <c:v>77.8</c:v>
                </c:pt>
                <c:pt idx="150">
                  <c:v>82.8</c:v>
                </c:pt>
                <c:pt idx="151">
                  <c:v>74.900000000000006</c:v>
                </c:pt>
                <c:pt idx="152">
                  <c:v>69.3</c:v>
                </c:pt>
                <c:pt idx="153">
                  <c:v>81.7</c:v>
                </c:pt>
                <c:pt idx="154">
                  <c:v>81.400000000000006</c:v>
                </c:pt>
                <c:pt idx="155">
                  <c:v>74.8</c:v>
                </c:pt>
                <c:pt idx="156">
                  <c:v>90.7</c:v>
                </c:pt>
                <c:pt idx="157">
                  <c:v>81.599999999999994</c:v>
                </c:pt>
                <c:pt idx="158">
                  <c:v>75.900000000000006</c:v>
                </c:pt>
                <c:pt idx="159">
                  <c:v>95.1</c:v>
                </c:pt>
                <c:pt idx="160">
                  <c:v>83.7</c:v>
                </c:pt>
                <c:pt idx="161">
                  <c:v>83</c:v>
                </c:pt>
                <c:pt idx="162">
                  <c:v>74</c:v>
                </c:pt>
                <c:pt idx="163">
                  <c:v>91</c:v>
                </c:pt>
                <c:pt idx="164">
                  <c:v>100.5</c:v>
                </c:pt>
                <c:pt idx="165">
                  <c:v>73</c:v>
                </c:pt>
                <c:pt idx="166">
                  <c:v>77.8</c:v>
                </c:pt>
                <c:pt idx="167">
                  <c:v>70.400000000000006</c:v>
                </c:pt>
                <c:pt idx="168">
                  <c:v>77.900000000000006</c:v>
                </c:pt>
                <c:pt idx="169">
                  <c:v>69</c:v>
                </c:pt>
                <c:pt idx="170">
                  <c:v>119.8</c:v>
                </c:pt>
                <c:pt idx="171">
                  <c:v>93.2</c:v>
                </c:pt>
                <c:pt idx="172">
                  <c:v>83.4</c:v>
                </c:pt>
                <c:pt idx="173">
                  <c:v>98.8</c:v>
                </c:pt>
                <c:pt idx="174">
                  <c:v>138.80000000000001</c:v>
                </c:pt>
                <c:pt idx="175">
                  <c:v>136.4</c:v>
                </c:pt>
                <c:pt idx="176">
                  <c:v>131.6</c:v>
                </c:pt>
                <c:pt idx="177">
                  <c:v>83.7</c:v>
                </c:pt>
                <c:pt idx="178">
                  <c:v>84.4</c:v>
                </c:pt>
                <c:pt idx="179">
                  <c:v>86.5</c:v>
                </c:pt>
                <c:pt idx="180">
                  <c:v>112</c:v>
                </c:pt>
                <c:pt idx="181">
                  <c:v>111.9</c:v>
                </c:pt>
                <c:pt idx="182">
                  <c:v>104.2</c:v>
                </c:pt>
                <c:pt idx="183">
                  <c:v>102.2</c:v>
                </c:pt>
                <c:pt idx="184">
                  <c:v>76.3</c:v>
                </c:pt>
                <c:pt idx="185">
                  <c:v>85.9</c:v>
                </c:pt>
                <c:pt idx="186">
                  <c:v>106.8</c:v>
                </c:pt>
                <c:pt idx="187">
                  <c:v>82.5</c:v>
                </c:pt>
                <c:pt idx="188">
                  <c:v>98.8</c:v>
                </c:pt>
                <c:pt idx="189">
                  <c:v>91.9</c:v>
                </c:pt>
                <c:pt idx="190">
                  <c:v>150.69999999999999</c:v>
                </c:pt>
                <c:pt idx="191">
                  <c:v>148.19999999999999</c:v>
                </c:pt>
                <c:pt idx="192">
                  <c:v>118.2</c:v>
                </c:pt>
                <c:pt idx="193">
                  <c:v>103.7</c:v>
                </c:pt>
                <c:pt idx="194">
                  <c:v>109.7</c:v>
                </c:pt>
                <c:pt idx="195">
                  <c:v>85.2</c:v>
                </c:pt>
                <c:pt idx="196">
                  <c:v>88.3</c:v>
                </c:pt>
                <c:pt idx="197">
                  <c:v>90.2</c:v>
                </c:pt>
                <c:pt idx="198">
                  <c:v>114.6</c:v>
                </c:pt>
                <c:pt idx="199">
                  <c:v>98.7</c:v>
                </c:pt>
                <c:pt idx="200">
                  <c:v>104.5</c:v>
                </c:pt>
                <c:pt idx="201">
                  <c:v>85.7</c:v>
                </c:pt>
                <c:pt idx="202">
                  <c:v>82.9</c:v>
                </c:pt>
                <c:pt idx="203">
                  <c:v>102.2</c:v>
                </c:pt>
                <c:pt idx="204">
                  <c:v>105.2</c:v>
                </c:pt>
                <c:pt idx="205">
                  <c:v>114.2</c:v>
                </c:pt>
                <c:pt idx="206">
                  <c:v>96.6</c:v>
                </c:pt>
                <c:pt idx="207">
                  <c:v>119.5</c:v>
                </c:pt>
                <c:pt idx="208">
                  <c:v>102.6</c:v>
                </c:pt>
                <c:pt idx="209">
                  <c:v>126.8</c:v>
                </c:pt>
                <c:pt idx="210">
                  <c:v>102.8</c:v>
                </c:pt>
                <c:pt idx="211">
                  <c:v>138.5</c:v>
                </c:pt>
                <c:pt idx="212">
                  <c:v>115.5</c:v>
                </c:pt>
                <c:pt idx="213">
                  <c:v>91.5</c:v>
                </c:pt>
                <c:pt idx="214">
                  <c:v>92.6</c:v>
                </c:pt>
                <c:pt idx="215">
                  <c:v>82.7</c:v>
                </c:pt>
                <c:pt idx="216">
                  <c:v>92.4</c:v>
                </c:pt>
                <c:pt idx="217">
                  <c:v>64.5</c:v>
                </c:pt>
                <c:pt idx="218">
                  <c:v>112</c:v>
                </c:pt>
                <c:pt idx="219">
                  <c:v>123.3</c:v>
                </c:pt>
                <c:pt idx="220">
                  <c:v>125.7</c:v>
                </c:pt>
                <c:pt idx="221">
                  <c:v>104</c:v>
                </c:pt>
                <c:pt idx="222">
                  <c:v>110</c:v>
                </c:pt>
                <c:pt idx="223">
                  <c:v>112.7</c:v>
                </c:pt>
                <c:pt idx="224">
                  <c:v>75.099999999999994</c:v>
                </c:pt>
                <c:pt idx="225">
                  <c:v>92</c:v>
                </c:pt>
                <c:pt idx="226">
                  <c:v>80.400000000000006</c:v>
                </c:pt>
                <c:pt idx="227">
                  <c:v>90.6</c:v>
                </c:pt>
                <c:pt idx="228">
                  <c:v>87.4</c:v>
                </c:pt>
                <c:pt idx="229">
                  <c:v>96.8</c:v>
                </c:pt>
                <c:pt idx="230">
                  <c:v>82.3</c:v>
                </c:pt>
                <c:pt idx="231">
                  <c:v>79.3</c:v>
                </c:pt>
                <c:pt idx="232">
                  <c:v>106.5</c:v>
                </c:pt>
                <c:pt idx="233">
                  <c:v>106.6</c:v>
                </c:pt>
                <c:pt idx="234">
                  <c:v>93.5</c:v>
                </c:pt>
                <c:pt idx="235">
                  <c:v>103.4</c:v>
                </c:pt>
                <c:pt idx="236">
                  <c:v>90.4</c:v>
                </c:pt>
                <c:pt idx="237">
                  <c:v>97.8</c:v>
                </c:pt>
                <c:pt idx="238">
                  <c:v>73.099999999999994</c:v>
                </c:pt>
                <c:pt idx="239">
                  <c:v>74.3</c:v>
                </c:pt>
                <c:pt idx="240">
                  <c:v>138.4</c:v>
                </c:pt>
                <c:pt idx="241">
                  <c:v>76</c:v>
                </c:pt>
                <c:pt idx="242">
                  <c:v>81.5</c:v>
                </c:pt>
                <c:pt idx="243">
                  <c:v>69.3</c:v>
                </c:pt>
                <c:pt idx="244">
                  <c:v>68.5</c:v>
                </c:pt>
                <c:pt idx="245">
                  <c:v>71.2</c:v>
                </c:pt>
                <c:pt idx="246">
                  <c:v>66.5</c:v>
                </c:pt>
                <c:pt idx="247">
                  <c:v>65.5</c:v>
                </c:pt>
                <c:pt idx="248">
                  <c:v>80.400000000000006</c:v>
                </c:pt>
                <c:pt idx="249">
                  <c:v>76.099999999999994</c:v>
                </c:pt>
                <c:pt idx="250">
                  <c:v>70.099999999999994</c:v>
                </c:pt>
                <c:pt idx="251">
                  <c:v>64.099999999999994</c:v>
                </c:pt>
                <c:pt idx="252">
                  <c:v>77.400000000000006</c:v>
                </c:pt>
                <c:pt idx="253">
                  <c:v>74</c:v>
                </c:pt>
                <c:pt idx="254">
                  <c:v>78.599999999999994</c:v>
                </c:pt>
                <c:pt idx="255">
                  <c:v>88.2</c:v>
                </c:pt>
                <c:pt idx="256">
                  <c:v>93</c:v>
                </c:pt>
                <c:pt idx="257">
                  <c:v>74.099999999999994</c:v>
                </c:pt>
                <c:pt idx="258">
                  <c:v>58.4</c:v>
                </c:pt>
                <c:pt idx="259">
                  <c:v>89.5</c:v>
                </c:pt>
                <c:pt idx="260">
                  <c:v>80.7</c:v>
                </c:pt>
                <c:pt idx="261">
                  <c:v>79</c:v>
                </c:pt>
                <c:pt idx="262">
                  <c:v>86.6</c:v>
                </c:pt>
                <c:pt idx="263">
                  <c:v>105.3</c:v>
                </c:pt>
                <c:pt idx="264">
                  <c:v>138.69999999999999</c:v>
                </c:pt>
                <c:pt idx="265">
                  <c:v>216.2</c:v>
                </c:pt>
                <c:pt idx="266">
                  <c:v>319</c:v>
                </c:pt>
                <c:pt idx="267">
                  <c:v>191.1</c:v>
                </c:pt>
                <c:pt idx="268">
                  <c:v>142.30000000000001</c:v>
                </c:pt>
                <c:pt idx="269">
                  <c:v>130.69999999999999</c:v>
                </c:pt>
                <c:pt idx="270">
                  <c:v>117.2</c:v>
                </c:pt>
                <c:pt idx="271">
                  <c:v>132.9</c:v>
                </c:pt>
                <c:pt idx="272">
                  <c:v>132</c:v>
                </c:pt>
                <c:pt idx="273">
                  <c:v>143.19999999999999</c:v>
                </c:pt>
                <c:pt idx="274">
                  <c:v>116.7</c:v>
                </c:pt>
                <c:pt idx="275">
                  <c:v>111.2</c:v>
                </c:pt>
                <c:pt idx="276">
                  <c:v>104.3</c:v>
                </c:pt>
                <c:pt idx="277">
                  <c:v>121</c:v>
                </c:pt>
                <c:pt idx="278">
                  <c:v>105.4</c:v>
                </c:pt>
                <c:pt idx="279">
                  <c:v>106.8</c:v>
                </c:pt>
                <c:pt idx="280">
                  <c:v>108.5</c:v>
                </c:pt>
                <c:pt idx="281">
                  <c:v>110.5</c:v>
                </c:pt>
                <c:pt idx="282">
                  <c:v>107.4</c:v>
                </c:pt>
                <c:pt idx="283">
                  <c:v>101.1</c:v>
                </c:pt>
                <c:pt idx="284">
                  <c:v>98.6</c:v>
                </c:pt>
                <c:pt idx="285">
                  <c:v>197.9</c:v>
                </c:pt>
                <c:pt idx="286">
                  <c:v>156.69999999999999</c:v>
                </c:pt>
                <c:pt idx="287">
                  <c:v>142.30000000000001</c:v>
                </c:pt>
                <c:pt idx="288">
                  <c:v>160.4</c:v>
                </c:pt>
                <c:pt idx="289">
                  <c:v>146.6</c:v>
                </c:pt>
                <c:pt idx="290">
                  <c:v>133.19999999999999</c:v>
                </c:pt>
                <c:pt idx="291">
                  <c:v>163.9</c:v>
                </c:pt>
                <c:pt idx="292">
                  <c:v>130.5</c:v>
                </c:pt>
                <c:pt idx="293">
                  <c:v>113.1</c:v>
                </c:pt>
                <c:pt idx="294">
                  <c:v>92.4</c:v>
                </c:pt>
                <c:pt idx="295">
                  <c:v>141</c:v>
                </c:pt>
                <c:pt idx="296">
                  <c:v>130.4</c:v>
                </c:pt>
                <c:pt idx="297">
                  <c:v>130.69999999999999</c:v>
                </c:pt>
                <c:pt idx="298">
                  <c:v>128.9</c:v>
                </c:pt>
                <c:pt idx="299">
                  <c:v>142.4</c:v>
                </c:pt>
                <c:pt idx="300">
                  <c:v>113.2</c:v>
                </c:pt>
                <c:pt idx="301">
                  <c:v>137</c:v>
                </c:pt>
                <c:pt idx="302">
                  <c:v>175.9</c:v>
                </c:pt>
                <c:pt idx="303">
                  <c:v>141.19999999999999</c:v>
                </c:pt>
                <c:pt idx="304">
                  <c:v>167</c:v>
                </c:pt>
                <c:pt idx="305">
                  <c:v>222.3</c:v>
                </c:pt>
                <c:pt idx="306">
                  <c:v>134.19999999999999</c:v>
                </c:pt>
                <c:pt idx="307">
                  <c:v>139</c:v>
                </c:pt>
                <c:pt idx="308">
                  <c:v>124.1</c:v>
                </c:pt>
                <c:pt idx="309">
                  <c:v>154.30000000000001</c:v>
                </c:pt>
                <c:pt idx="310">
                  <c:v>104.2</c:v>
                </c:pt>
                <c:pt idx="311">
                  <c:v>132.5</c:v>
                </c:pt>
                <c:pt idx="312">
                  <c:v>168</c:v>
                </c:pt>
                <c:pt idx="313">
                  <c:v>121.6</c:v>
                </c:pt>
                <c:pt idx="314">
                  <c:v>330.2</c:v>
                </c:pt>
                <c:pt idx="315">
                  <c:v>248.2</c:v>
                </c:pt>
                <c:pt idx="316">
                  <c:v>202.1</c:v>
                </c:pt>
                <c:pt idx="317">
                  <c:v>178</c:v>
                </c:pt>
                <c:pt idx="318">
                  <c:v>167.9</c:v>
                </c:pt>
                <c:pt idx="319">
                  <c:v>125.6</c:v>
                </c:pt>
                <c:pt idx="320">
                  <c:v>146.19999999999999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A5E-4359-97C4-EFE17C9D4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36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6E-4D05-8173-312925CD0A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6E-4D05-8173-312925CD0A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"/>
        <c:tickMarkSkip val="3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89-447C-9E1E-23B9EE7E2E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89-447C-9E1E-23B9EE7E2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66-4D08-B759-AE317289D8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66-4D08-B759-AE317289D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dLbl>
              <c:idx val="2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E-4272-8569-AE3A4C37C37F}"/>
                </c:ext>
              </c:extLst>
            </c:dLbl>
            <c:dLbl>
              <c:idx val="3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26" formatCode="0.0">
                  <c:v>1.8399891516317934</c:v>
                </c:pt>
                <c:pt idx="27" formatCode="0.0">
                  <c:v>1.7972399228593616</c:v>
                </c:pt>
                <c:pt idx="28" formatCode="0.0">
                  <c:v>1.6635934673817188</c:v>
                </c:pt>
                <c:pt idx="29" formatCode="0.0">
                  <c:v>1.4793992613158613</c:v>
                </c:pt>
                <c:pt idx="30" formatCode="0.0">
                  <c:v>1.3778595521577897</c:v>
                </c:pt>
                <c:pt idx="31" formatCode="0.0">
                  <c:v>1.3356419803984831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0E-4272-8569-AE3A4C37C3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dLbl>
              <c:idx val="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0E-4272-8569-AE3A4C37C37F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20E-4272-8569-AE3A4C37C37F}"/>
                </c:ext>
              </c:extLst>
            </c:dLbl>
            <c:dLbl>
              <c:idx val="2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Sheet1!$C$2:$C$33</c:f>
              <c:numCache>
                <c:formatCode>0.0</c:formatCode>
                <c:ptCount val="32"/>
                <c:pt idx="0">
                  <c:v>1.1000000000000001</c:v>
                </c:pt>
                <c:pt idx="1">
                  <c:v>-1.7</c:v>
                </c:pt>
                <c:pt idx="2">
                  <c:v>-2.8</c:v>
                </c:pt>
                <c:pt idx="3">
                  <c:v>-3.3</c:v>
                </c:pt>
                <c:pt idx="4">
                  <c:v>-2.9</c:v>
                </c:pt>
                <c:pt idx="5">
                  <c:v>2.4</c:v>
                </c:pt>
                <c:pt idx="6">
                  <c:v>4.3</c:v>
                </c:pt>
                <c:pt idx="7">
                  <c:v>4.8</c:v>
                </c:pt>
                <c:pt idx="8">
                  <c:v>4.7</c:v>
                </c:pt>
                <c:pt idx="9">
                  <c:v>2.7</c:v>
                </c:pt>
                <c:pt idx="10">
                  <c:v>2.7</c:v>
                </c:pt>
                <c:pt idx="11">
                  <c:v>3</c:v>
                </c:pt>
                <c:pt idx="12">
                  <c:v>3.8</c:v>
                </c:pt>
                <c:pt idx="13">
                  <c:v>3.8</c:v>
                </c:pt>
                <c:pt idx="14">
                  <c:v>3.3</c:v>
                </c:pt>
                <c:pt idx="15">
                  <c:v>3.2</c:v>
                </c:pt>
                <c:pt idx="16">
                  <c:v>2.8</c:v>
                </c:pt>
                <c:pt idx="17">
                  <c:v>2.7</c:v>
                </c:pt>
                <c:pt idx="18">
                  <c:v>3.1</c:v>
                </c:pt>
                <c:pt idx="19">
                  <c:v>3.4</c:v>
                </c:pt>
                <c:pt idx="20">
                  <c:v>3.6</c:v>
                </c:pt>
                <c:pt idx="21">
                  <c:v>3.3</c:v>
                </c:pt>
                <c:pt idx="22">
                  <c:v>2.7</c:v>
                </c:pt>
                <c:pt idx="23">
                  <c:v>2.2999999999999998</c:v>
                </c:pt>
                <c:pt idx="24">
                  <c:v>2</c:v>
                </c:pt>
                <c:pt idx="2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 (2% a.a.)</c:v>
                </c:pt>
              </c:strCache>
            </c:strRef>
          </c:tx>
          <c:spPr>
            <a:ln w="15875">
              <a:solidFill>
                <a:srgbClr val="1E1E29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Sheet1!$D$2:$D$33</c:f>
              <c:numCache>
                <c:formatCode>0.0</c:formatCode>
                <c:ptCount val="3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7665806480072338E-2"/>
          <c:y val="5.4822682754933412E-2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Extrativa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F19-43F7-918B-CDE9232972F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-2.6</c:v>
                </c:pt>
                <c:pt idx="1">
                  <c:v>-2.2999999999999998</c:v>
                </c:pt>
                <c:pt idx="2">
                  <c:v>-2.1</c:v>
                </c:pt>
                <c:pt idx="3">
                  <c:v>-1.9</c:v>
                </c:pt>
                <c:pt idx="4">
                  <c:v>-0.1</c:v>
                </c:pt>
                <c:pt idx="5">
                  <c:v>1.3</c:v>
                </c:pt>
                <c:pt idx="6">
                  <c:v>2.2999999999999998</c:v>
                </c:pt>
                <c:pt idx="7">
                  <c:v>3.3</c:v>
                </c:pt>
                <c:pt idx="8">
                  <c:v>4.7</c:v>
                </c:pt>
                <c:pt idx="9">
                  <c:v>3.8</c:v>
                </c:pt>
                <c:pt idx="10">
                  <c:v>5.4</c:v>
                </c:pt>
                <c:pt idx="11">
                  <c:v>7.3</c:v>
                </c:pt>
                <c:pt idx="12">
                  <c:v>7.7</c:v>
                </c:pt>
                <c:pt idx="13">
                  <c:v>7.7</c:v>
                </c:pt>
                <c:pt idx="14">
                  <c:v>7.6</c:v>
                </c:pt>
                <c:pt idx="15">
                  <c:v>7.3</c:v>
                </c:pt>
                <c:pt idx="16">
                  <c:v>6.3</c:v>
                </c:pt>
                <c:pt idx="17">
                  <c:v>5.4</c:v>
                </c:pt>
                <c:pt idx="18">
                  <c:v>4.7</c:v>
                </c:pt>
                <c:pt idx="19">
                  <c:v>4.9000000000000004</c:v>
                </c:pt>
                <c:pt idx="20">
                  <c:v>3.8</c:v>
                </c:pt>
                <c:pt idx="21">
                  <c:v>3.6</c:v>
                </c:pt>
                <c:pt idx="22">
                  <c:v>2.1</c:v>
                </c:pt>
                <c:pt idx="23">
                  <c:v>0</c:v>
                </c:pt>
                <c:pt idx="24">
                  <c:v>-1</c:v>
                </c:pt>
                <c:pt idx="25">
                  <c:v>-1.7</c:v>
                </c:pt>
                <c:pt idx="26">
                  <c:v>-1.3</c:v>
                </c:pt>
                <c:pt idx="27">
                  <c:v>-0.5</c:v>
                </c:pt>
                <c:pt idx="28">
                  <c:v>0.3</c:v>
                </c:pt>
                <c:pt idx="29">
                  <c:v>0.5</c:v>
                </c:pt>
                <c:pt idx="30">
                  <c:v>1.1000000000000001</c:v>
                </c:pt>
                <c:pt idx="31">
                  <c:v>1.1000000000000001</c:v>
                </c:pt>
                <c:pt idx="32">
                  <c:v>1.8</c:v>
                </c:pt>
                <c:pt idx="33">
                  <c:v>2.8</c:v>
                </c:pt>
                <c:pt idx="34">
                  <c:v>3.6</c:v>
                </c:pt>
                <c:pt idx="35">
                  <c:v>4.9000000000000004</c:v>
                </c:pt>
                <c:pt idx="36">
                  <c:v>6.3</c:v>
                </c:pt>
                <c:pt idx="37">
                  <c:v>7.3</c:v>
                </c:pt>
                <c:pt idx="38">
                  <c:v>7.2</c:v>
                </c:pt>
                <c:pt idx="39">
                  <c:v>7.3</c:v>
                </c:pt>
                <c:pt idx="40">
                  <c:v>6.8</c:v>
                </c:pt>
                <c:pt idx="41">
                  <c:v>6.9</c:v>
                </c:pt>
                <c:pt idx="42">
                  <c:v>6.5</c:v>
                </c:pt>
                <c:pt idx="43">
                  <c:v>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19-43F7-918B-CDE9232972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19-43F7-918B-CDE9232972F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19-43F7-918B-CDE923297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A1-4789-A9AE-11AE2ABEA4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1.711776054859831E-16"/>
                  <c:y val="-4.8225308641975398E-2"/>
                </c:manualLayout>
              </c:layout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A1-4789-A9AE-11AE2ABEA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B6-4874-B962-E9636E5521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B6-4874-B962-E9636E552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47-4F8E-A5CB-54AA6FEF31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47-4F8E-A5CB-54AA6FEF3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Limite inferior</c:v>
                </c:pt>
              </c:strCache>
            </c:strRef>
          </c:tx>
          <c:spPr>
            <a:noFill/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1.75</c:v>
                </c:pt>
                <c:pt idx="13">
                  <c:v>1.75</c:v>
                </c:pt>
                <c:pt idx="14">
                  <c:v>1.75</c:v>
                </c:pt>
                <c:pt idx="15">
                  <c:v>1.75</c:v>
                </c:pt>
                <c:pt idx="16">
                  <c:v>1.75</c:v>
                </c:pt>
                <c:pt idx="17">
                  <c:v>1.75</c:v>
                </c:pt>
                <c:pt idx="18">
                  <c:v>1.75</c:v>
                </c:pt>
                <c:pt idx="19">
                  <c:v>1.75</c:v>
                </c:pt>
                <c:pt idx="20">
                  <c:v>1.75</c:v>
                </c:pt>
                <c:pt idx="21">
                  <c:v>1.75</c:v>
                </c:pt>
                <c:pt idx="22">
                  <c:v>1.75</c:v>
                </c:pt>
                <c:pt idx="23">
                  <c:v>1.75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23-4980-B3BB-87A12C2121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Intervalo de tolerância</c:v>
                </c:pt>
              </c:strCache>
            </c:strRef>
          </c:tx>
          <c:spPr>
            <a:solidFill>
              <a:srgbClr val="E4E7EC"/>
            </a:solidFill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3.25</c:v>
                </c:pt>
                <c:pt idx="13">
                  <c:v>3.25</c:v>
                </c:pt>
                <c:pt idx="14">
                  <c:v>3.25</c:v>
                </c:pt>
                <c:pt idx="15">
                  <c:v>3.25</c:v>
                </c:pt>
                <c:pt idx="16">
                  <c:v>3.25</c:v>
                </c:pt>
                <c:pt idx="17">
                  <c:v>3.25</c:v>
                </c:pt>
                <c:pt idx="18">
                  <c:v>3.25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3.25</c:v>
                </c:pt>
                <c:pt idx="23">
                  <c:v>3.25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23-4980-B3BB-87A12C2121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Sheet1!$E$2:$E$59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23-4980-B3BB-87A12C2121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Sheet1!$F$2:$F$59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Juro neutro (BC): 5,0%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Sheet1!$B$2:$B$143</c:f>
              <c:numCache>
                <c:formatCode>0.0</c:formatCode>
                <c:ptCount val="14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</c:v>
                </c:pt>
                <c:pt idx="125">
                  <c:v>5</c:v>
                </c:pt>
                <c:pt idx="126">
                  <c:v>5</c:v>
                </c:pt>
                <c:pt idx="127">
                  <c:v>5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41-4B24-861F-7BDE61DCFB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Selic real ex-ante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41-4B24-861F-7BDE61DCFB8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Sheet1!$C$2:$C$143</c:f>
              <c:numCache>
                <c:formatCode>0.0</c:formatCode>
                <c:ptCount val="142"/>
                <c:pt idx="0">
                  <c:v>5.29</c:v>
                </c:pt>
                <c:pt idx="1">
                  <c:v>5.36</c:v>
                </c:pt>
                <c:pt idx="2">
                  <c:v>6.2</c:v>
                </c:pt>
                <c:pt idx="3">
                  <c:v>6.88</c:v>
                </c:pt>
                <c:pt idx="4">
                  <c:v>6.85</c:v>
                </c:pt>
                <c:pt idx="5">
                  <c:v>7.39</c:v>
                </c:pt>
                <c:pt idx="6">
                  <c:v>8.1199999999999992</c:v>
                </c:pt>
                <c:pt idx="7">
                  <c:v>8.14</c:v>
                </c:pt>
                <c:pt idx="8">
                  <c:v>7.73</c:v>
                </c:pt>
                <c:pt idx="9">
                  <c:v>7.31</c:v>
                </c:pt>
                <c:pt idx="10">
                  <c:v>6.75</c:v>
                </c:pt>
                <c:pt idx="11">
                  <c:v>6.84</c:v>
                </c:pt>
                <c:pt idx="12">
                  <c:v>6.96</c:v>
                </c:pt>
                <c:pt idx="13">
                  <c:v>7.01</c:v>
                </c:pt>
                <c:pt idx="14">
                  <c:v>7.31</c:v>
                </c:pt>
                <c:pt idx="15">
                  <c:v>7.59</c:v>
                </c:pt>
                <c:pt idx="16">
                  <c:v>7.84</c:v>
                </c:pt>
                <c:pt idx="17">
                  <c:v>7.89</c:v>
                </c:pt>
                <c:pt idx="18">
                  <c:v>8.24</c:v>
                </c:pt>
                <c:pt idx="19">
                  <c:v>8.52</c:v>
                </c:pt>
                <c:pt idx="20">
                  <c:v>8.65</c:v>
                </c:pt>
                <c:pt idx="21">
                  <c:v>8.6199999999999992</c:v>
                </c:pt>
                <c:pt idx="22">
                  <c:v>8.69</c:v>
                </c:pt>
                <c:pt idx="23">
                  <c:v>8.5399999999999991</c:v>
                </c:pt>
                <c:pt idx="24">
                  <c:v>7.88</c:v>
                </c:pt>
                <c:pt idx="25">
                  <c:v>7.36</c:v>
                </c:pt>
                <c:pt idx="26">
                  <c:v>7.34</c:v>
                </c:pt>
                <c:pt idx="27">
                  <c:v>6.32</c:v>
                </c:pt>
                <c:pt idx="28">
                  <c:v>6.4</c:v>
                </c:pt>
                <c:pt idx="29">
                  <c:v>5.54</c:v>
                </c:pt>
                <c:pt idx="30">
                  <c:v>4.5199999999999996</c:v>
                </c:pt>
                <c:pt idx="31">
                  <c:v>4.8499999999999996</c:v>
                </c:pt>
                <c:pt idx="32">
                  <c:v>4.12</c:v>
                </c:pt>
                <c:pt idx="33">
                  <c:v>3.36</c:v>
                </c:pt>
                <c:pt idx="34">
                  <c:v>3.41</c:v>
                </c:pt>
                <c:pt idx="35">
                  <c:v>2.98</c:v>
                </c:pt>
                <c:pt idx="36">
                  <c:v>2.85</c:v>
                </c:pt>
                <c:pt idx="37">
                  <c:v>2.62</c:v>
                </c:pt>
                <c:pt idx="38">
                  <c:v>2.4500000000000002</c:v>
                </c:pt>
                <c:pt idx="39">
                  <c:v>2.2999999999999998</c:v>
                </c:pt>
                <c:pt idx="40">
                  <c:v>2.04</c:v>
                </c:pt>
                <c:pt idx="41">
                  <c:v>2.38</c:v>
                </c:pt>
                <c:pt idx="42">
                  <c:v>2.73</c:v>
                </c:pt>
                <c:pt idx="43">
                  <c:v>2.65</c:v>
                </c:pt>
                <c:pt idx="44">
                  <c:v>2.39</c:v>
                </c:pt>
                <c:pt idx="45">
                  <c:v>2.4900000000000002</c:v>
                </c:pt>
                <c:pt idx="46">
                  <c:v>2.67</c:v>
                </c:pt>
                <c:pt idx="47">
                  <c:v>2.5</c:v>
                </c:pt>
                <c:pt idx="48">
                  <c:v>2.37</c:v>
                </c:pt>
                <c:pt idx="49">
                  <c:v>2.36</c:v>
                </c:pt>
                <c:pt idx="50">
                  <c:v>2.5099999999999998</c:v>
                </c:pt>
                <c:pt idx="51">
                  <c:v>2.8</c:v>
                </c:pt>
                <c:pt idx="52">
                  <c:v>2.82</c:v>
                </c:pt>
                <c:pt idx="53">
                  <c:v>2.72</c:v>
                </c:pt>
                <c:pt idx="54">
                  <c:v>2.73</c:v>
                </c:pt>
                <c:pt idx="55">
                  <c:v>2.39</c:v>
                </c:pt>
                <c:pt idx="56">
                  <c:v>1.95</c:v>
                </c:pt>
                <c:pt idx="57">
                  <c:v>1.35</c:v>
                </c:pt>
                <c:pt idx="58">
                  <c:v>1.28</c:v>
                </c:pt>
                <c:pt idx="59">
                  <c:v>0.74</c:v>
                </c:pt>
                <c:pt idx="60">
                  <c:v>1.02</c:v>
                </c:pt>
                <c:pt idx="61">
                  <c:v>0.67</c:v>
                </c:pt>
                <c:pt idx="62">
                  <c:v>0.42</c:v>
                </c:pt>
                <c:pt idx="63">
                  <c:v>0.88</c:v>
                </c:pt>
                <c:pt idx="64">
                  <c:v>-0.1</c:v>
                </c:pt>
                <c:pt idx="65">
                  <c:v>-0.92</c:v>
                </c:pt>
                <c:pt idx="66">
                  <c:v>-0.7</c:v>
                </c:pt>
                <c:pt idx="67">
                  <c:v>-1</c:v>
                </c:pt>
                <c:pt idx="68">
                  <c:v>-1.19</c:v>
                </c:pt>
                <c:pt idx="69">
                  <c:v>-1.47</c:v>
                </c:pt>
                <c:pt idx="70">
                  <c:v>-1.77</c:v>
                </c:pt>
                <c:pt idx="71">
                  <c:v>-1.51</c:v>
                </c:pt>
                <c:pt idx="72">
                  <c:v>-1.54</c:v>
                </c:pt>
                <c:pt idx="73">
                  <c:v>-1.77</c:v>
                </c:pt>
                <c:pt idx="74">
                  <c:v>-1.19</c:v>
                </c:pt>
                <c:pt idx="75">
                  <c:v>-1.24</c:v>
                </c:pt>
                <c:pt idx="76">
                  <c:v>-0.61</c:v>
                </c:pt>
                <c:pt idx="77">
                  <c:v>0.04</c:v>
                </c:pt>
                <c:pt idx="78">
                  <c:v>-0.21</c:v>
                </c:pt>
                <c:pt idx="79">
                  <c:v>0.7</c:v>
                </c:pt>
                <c:pt idx="80">
                  <c:v>1.5</c:v>
                </c:pt>
                <c:pt idx="81">
                  <c:v>2.5</c:v>
                </c:pt>
                <c:pt idx="82">
                  <c:v>2.23</c:v>
                </c:pt>
                <c:pt idx="83">
                  <c:v>3.97</c:v>
                </c:pt>
                <c:pt idx="84">
                  <c:v>3.77</c:v>
                </c:pt>
                <c:pt idx="85">
                  <c:v>5.26</c:v>
                </c:pt>
                <c:pt idx="86">
                  <c:v>5.84</c:v>
                </c:pt>
                <c:pt idx="87">
                  <c:v>5.92</c:v>
                </c:pt>
                <c:pt idx="88">
                  <c:v>6.38</c:v>
                </c:pt>
                <c:pt idx="89">
                  <c:v>7.29</c:v>
                </c:pt>
                <c:pt idx="90">
                  <c:v>7.32</c:v>
                </c:pt>
                <c:pt idx="91">
                  <c:v>7.68</c:v>
                </c:pt>
                <c:pt idx="92">
                  <c:v>8.24</c:v>
                </c:pt>
                <c:pt idx="93">
                  <c:v>8.2200000000000006</c:v>
                </c:pt>
                <c:pt idx="94">
                  <c:v>8.09</c:v>
                </c:pt>
                <c:pt idx="95">
                  <c:v>8.02</c:v>
                </c:pt>
                <c:pt idx="96">
                  <c:v>7.65</c:v>
                </c:pt>
                <c:pt idx="97">
                  <c:v>7.71</c:v>
                </c:pt>
                <c:pt idx="98">
                  <c:v>8.06</c:v>
                </c:pt>
                <c:pt idx="99">
                  <c:v>8.09</c:v>
                </c:pt>
                <c:pt idx="100">
                  <c:v>8.68</c:v>
                </c:pt>
                <c:pt idx="101">
                  <c:v>9.19</c:v>
                </c:pt>
                <c:pt idx="102">
                  <c:v>9.25</c:v>
                </c:pt>
                <c:pt idx="103">
                  <c:v>8.75</c:v>
                </c:pt>
                <c:pt idx="104">
                  <c:v>8.39</c:v>
                </c:pt>
                <c:pt idx="105">
                  <c:v>8.49</c:v>
                </c:pt>
                <c:pt idx="106">
                  <c:v>8</c:v>
                </c:pt>
                <c:pt idx="107">
                  <c:v>7.58</c:v>
                </c:pt>
                <c:pt idx="108">
                  <c:v>7.65</c:v>
                </c:pt>
                <c:pt idx="109">
                  <c:v>7.37</c:v>
                </c:pt>
                <c:pt idx="110">
                  <c:v>7.05</c:v>
                </c:pt>
                <c:pt idx="111">
                  <c:v>6.94</c:v>
                </c:pt>
                <c:pt idx="112">
                  <c:v>6.62</c:v>
                </c:pt>
                <c:pt idx="113">
                  <c:v>6.65</c:v>
                </c:pt>
                <c:pt idx="114">
                  <c:v>6.55</c:v>
                </c:pt>
                <c:pt idx="115">
                  <c:v>6.39</c:v>
                </c:pt>
                <c:pt idx="116">
                  <c:v>6.54</c:v>
                </c:pt>
                <c:pt idx="117">
                  <c:v>6.48</c:v>
                </c:pt>
                <c:pt idx="118">
                  <c:v>6.55</c:v>
                </c:pt>
                <c:pt idx="119">
                  <c:v>6.96</c:v>
                </c:pt>
                <c:pt idx="120">
                  <c:v>7.11</c:v>
                </c:pt>
                <c:pt idx="121">
                  <c:v>7.35</c:v>
                </c:pt>
                <c:pt idx="122">
                  <c:v>8.69</c:v>
                </c:pt>
                <c:pt idx="123">
                  <c:v>8.83</c:v>
                </c:pt>
                <c:pt idx="124">
                  <c:v>9.49</c:v>
                </c:pt>
                <c:pt idx="125">
                  <c:v>9.8699999999999992</c:v>
                </c:pt>
                <c:pt idx="126">
                  <c:v>10.130000000000001</c:v>
                </c:pt>
                <c:pt idx="127">
                  <c:v>10.18</c:v>
                </c:pt>
                <c:pt idx="128">
                  <c:v>10.32</c:v>
                </c:pt>
                <c:pt idx="129">
                  <c:v>10.51</c:v>
                </c:pt>
                <c:pt idx="130">
                  <c:v>10.47</c:v>
                </c:pt>
                <c:pt idx="131">
                  <c:v>10.56</c:v>
                </c:pt>
                <c:pt idx="132">
                  <c:v>10.59</c:v>
                </c:pt>
                <c:pt idx="133">
                  <c:v>10.66</c:v>
                </c:pt>
                <c:pt idx="134">
                  <c:v>10.24</c:v>
                </c:pt>
                <c:pt idx="135">
                  <c:v>10.039999999999999</c:v>
                </c:pt>
                <c:pt idx="136">
                  <c:v>10.029999999999999</c:v>
                </c:pt>
                <c:pt idx="137">
                  <c:v>9.7200000000000006</c:v>
                </c:pt>
                <c:pt idx="138">
                  <c:v>9.66</c:v>
                </c:pt>
                <c:pt idx="139">
                  <c:v>9.0399999999999991</c:v>
                </c:pt>
                <c:pt idx="140">
                  <c:v>8.75</c:v>
                </c:pt>
                <c:pt idx="141">
                  <c:v>8.82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41-4B24-861F-7BDE61DCF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12"/>
          <c:min val="-2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D-4402-ACBE-BA968207D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CD-4FBD-9BC9-572FADCCA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ECD-4FBD-9BC9-572FADCCA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3BD-4CD7-BF53-49433591EA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BD-4CD7-BF53-49433591E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7-4307-A752-067F6ED7BE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07-4307-A752-067F6ED7B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BF-4FA1-846D-42579BD4C4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CBF-4FA1-846D-42579BD4C4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CBF-4FA1-846D-42579BD4C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Jovens (0-14)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Sheet1!$B$2:$B$72</c:f>
              <c:numCache>
                <c:formatCode>0.0</c:formatCode>
                <c:ptCount val="71"/>
                <c:pt idx="0">
                  <c:v>46.7</c:v>
                </c:pt>
                <c:pt idx="1">
                  <c:v>45.53</c:v>
                </c:pt>
                <c:pt idx="2">
                  <c:v>44.39</c:v>
                </c:pt>
                <c:pt idx="3">
                  <c:v>43.3</c:v>
                </c:pt>
                <c:pt idx="4">
                  <c:v>42.26</c:v>
                </c:pt>
                <c:pt idx="5">
                  <c:v>41.26</c:v>
                </c:pt>
                <c:pt idx="6">
                  <c:v>40.28</c:v>
                </c:pt>
                <c:pt idx="7">
                  <c:v>39.26</c:v>
                </c:pt>
                <c:pt idx="8">
                  <c:v>38.25</c:v>
                </c:pt>
                <c:pt idx="9">
                  <c:v>37.270000000000003</c:v>
                </c:pt>
                <c:pt idx="10">
                  <c:v>36.340000000000003</c:v>
                </c:pt>
                <c:pt idx="11">
                  <c:v>35.479999999999997</c:v>
                </c:pt>
                <c:pt idx="12">
                  <c:v>34.659999999999997</c:v>
                </c:pt>
                <c:pt idx="13">
                  <c:v>33.869999999999997</c:v>
                </c:pt>
                <c:pt idx="14">
                  <c:v>33.14</c:v>
                </c:pt>
                <c:pt idx="15">
                  <c:v>32.520000000000003</c:v>
                </c:pt>
                <c:pt idx="16">
                  <c:v>31.96</c:v>
                </c:pt>
                <c:pt idx="17">
                  <c:v>31.45</c:v>
                </c:pt>
                <c:pt idx="18">
                  <c:v>31.04</c:v>
                </c:pt>
                <c:pt idx="19">
                  <c:v>30.65</c:v>
                </c:pt>
                <c:pt idx="20">
                  <c:v>30.24</c:v>
                </c:pt>
                <c:pt idx="21">
                  <c:v>29.83</c:v>
                </c:pt>
                <c:pt idx="22">
                  <c:v>29.46</c:v>
                </c:pt>
                <c:pt idx="23">
                  <c:v>29.05</c:v>
                </c:pt>
                <c:pt idx="24">
                  <c:v>28.64</c:v>
                </c:pt>
                <c:pt idx="25">
                  <c:v>28.26</c:v>
                </c:pt>
                <c:pt idx="26">
                  <c:v>27.84</c:v>
                </c:pt>
                <c:pt idx="27">
                  <c:v>27.39</c:v>
                </c:pt>
                <c:pt idx="28">
                  <c:v>26.93</c:v>
                </c:pt>
                <c:pt idx="29">
                  <c:v>26.43</c:v>
                </c:pt>
                <c:pt idx="30">
                  <c:v>25.87</c:v>
                </c:pt>
                <c:pt idx="31">
                  <c:v>25.35</c:v>
                </c:pt>
                <c:pt idx="32">
                  <c:v>24.88</c:v>
                </c:pt>
                <c:pt idx="33">
                  <c:v>24.35</c:v>
                </c:pt>
                <c:pt idx="34">
                  <c:v>23.85</c:v>
                </c:pt>
                <c:pt idx="35">
                  <c:v>23.42</c:v>
                </c:pt>
                <c:pt idx="36">
                  <c:v>23.07</c:v>
                </c:pt>
                <c:pt idx="37">
                  <c:v>22.78</c:v>
                </c:pt>
                <c:pt idx="38">
                  <c:v>22.53</c:v>
                </c:pt>
                <c:pt idx="39">
                  <c:v>22.31</c:v>
                </c:pt>
                <c:pt idx="40">
                  <c:v>22.13</c:v>
                </c:pt>
                <c:pt idx="41">
                  <c:v>21.98</c:v>
                </c:pt>
                <c:pt idx="42">
                  <c:v>21.86</c:v>
                </c:pt>
                <c:pt idx="43">
                  <c:v>21.77</c:v>
                </c:pt>
                <c:pt idx="44">
                  <c:v>21.71</c:v>
                </c:pt>
                <c:pt idx="45">
                  <c:v>21.66</c:v>
                </c:pt>
                <c:pt idx="46">
                  <c:v>21.63</c:v>
                </c:pt>
                <c:pt idx="47">
                  <c:v>21.6</c:v>
                </c:pt>
                <c:pt idx="48">
                  <c:v>21.59</c:v>
                </c:pt>
                <c:pt idx="49">
                  <c:v>21.57</c:v>
                </c:pt>
                <c:pt idx="50">
                  <c:v>21.56</c:v>
                </c:pt>
                <c:pt idx="51">
                  <c:v>21.55</c:v>
                </c:pt>
                <c:pt idx="52">
                  <c:v>21.53</c:v>
                </c:pt>
                <c:pt idx="53">
                  <c:v>21.5</c:v>
                </c:pt>
                <c:pt idx="54">
                  <c:v>21.47</c:v>
                </c:pt>
                <c:pt idx="55">
                  <c:v>21.43</c:v>
                </c:pt>
                <c:pt idx="56">
                  <c:v>21.38</c:v>
                </c:pt>
                <c:pt idx="57">
                  <c:v>21.34</c:v>
                </c:pt>
                <c:pt idx="58">
                  <c:v>21.3</c:v>
                </c:pt>
                <c:pt idx="59">
                  <c:v>21.26</c:v>
                </c:pt>
                <c:pt idx="60">
                  <c:v>21.22</c:v>
                </c:pt>
                <c:pt idx="61">
                  <c:v>21.18</c:v>
                </c:pt>
                <c:pt idx="62">
                  <c:v>21.14</c:v>
                </c:pt>
                <c:pt idx="63">
                  <c:v>21.11</c:v>
                </c:pt>
                <c:pt idx="64">
                  <c:v>21.08</c:v>
                </c:pt>
                <c:pt idx="65">
                  <c:v>21.05</c:v>
                </c:pt>
                <c:pt idx="66">
                  <c:v>21.03</c:v>
                </c:pt>
                <c:pt idx="67">
                  <c:v>21</c:v>
                </c:pt>
                <c:pt idx="68">
                  <c:v>20.98</c:v>
                </c:pt>
                <c:pt idx="69">
                  <c:v>20.96</c:v>
                </c:pt>
                <c:pt idx="70">
                  <c:v>20.96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0F-4139-A227-4268963048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Idosos (65+)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Sheet1!$C$2:$C$72</c:f>
              <c:numCache>
                <c:formatCode>0.0</c:formatCode>
                <c:ptCount val="71"/>
                <c:pt idx="0">
                  <c:v>9.41</c:v>
                </c:pt>
                <c:pt idx="1">
                  <c:v>9.5</c:v>
                </c:pt>
                <c:pt idx="2">
                  <c:v>9.6</c:v>
                </c:pt>
                <c:pt idx="3">
                  <c:v>9.7100000000000009</c:v>
                </c:pt>
                <c:pt idx="4">
                  <c:v>9.84</c:v>
                </c:pt>
                <c:pt idx="5">
                  <c:v>9.9600000000000009</c:v>
                </c:pt>
                <c:pt idx="6">
                  <c:v>10.09</c:v>
                </c:pt>
                <c:pt idx="7">
                  <c:v>10.23</c:v>
                </c:pt>
                <c:pt idx="8">
                  <c:v>10.37</c:v>
                </c:pt>
                <c:pt idx="9">
                  <c:v>10.53</c:v>
                </c:pt>
                <c:pt idx="10">
                  <c:v>10.73</c:v>
                </c:pt>
                <c:pt idx="11">
                  <c:v>10.97</c:v>
                </c:pt>
                <c:pt idx="12">
                  <c:v>11.23</c:v>
                </c:pt>
                <c:pt idx="13">
                  <c:v>11.51</c:v>
                </c:pt>
                <c:pt idx="14">
                  <c:v>11.82</c:v>
                </c:pt>
                <c:pt idx="15">
                  <c:v>12.15</c:v>
                </c:pt>
                <c:pt idx="16">
                  <c:v>12.51</c:v>
                </c:pt>
                <c:pt idx="17">
                  <c:v>12.91</c:v>
                </c:pt>
                <c:pt idx="18">
                  <c:v>13.34</c:v>
                </c:pt>
                <c:pt idx="19">
                  <c:v>13.79</c:v>
                </c:pt>
                <c:pt idx="20">
                  <c:v>14.22</c:v>
                </c:pt>
                <c:pt idx="21">
                  <c:v>14.61</c:v>
                </c:pt>
                <c:pt idx="22">
                  <c:v>15.04</c:v>
                </c:pt>
                <c:pt idx="23">
                  <c:v>15.57</c:v>
                </c:pt>
                <c:pt idx="24">
                  <c:v>16.149999999999999</c:v>
                </c:pt>
                <c:pt idx="25">
                  <c:v>16.760000000000002</c:v>
                </c:pt>
                <c:pt idx="26">
                  <c:v>17.39</c:v>
                </c:pt>
                <c:pt idx="27">
                  <c:v>18.03</c:v>
                </c:pt>
                <c:pt idx="28">
                  <c:v>18.68</c:v>
                </c:pt>
                <c:pt idx="29">
                  <c:v>19.329999999999998</c:v>
                </c:pt>
                <c:pt idx="30">
                  <c:v>19.98</c:v>
                </c:pt>
                <c:pt idx="31">
                  <c:v>20.64</c:v>
                </c:pt>
                <c:pt idx="32">
                  <c:v>21.3</c:v>
                </c:pt>
                <c:pt idx="33">
                  <c:v>21.94</c:v>
                </c:pt>
                <c:pt idx="34">
                  <c:v>22.57</c:v>
                </c:pt>
                <c:pt idx="35">
                  <c:v>23.22</c:v>
                </c:pt>
                <c:pt idx="36">
                  <c:v>23.88</c:v>
                </c:pt>
                <c:pt idx="37">
                  <c:v>24.57</c:v>
                </c:pt>
                <c:pt idx="38">
                  <c:v>25.27</c:v>
                </c:pt>
                <c:pt idx="39">
                  <c:v>25.98</c:v>
                </c:pt>
                <c:pt idx="40">
                  <c:v>26.73</c:v>
                </c:pt>
                <c:pt idx="41">
                  <c:v>27.53</c:v>
                </c:pt>
                <c:pt idx="42">
                  <c:v>28.39</c:v>
                </c:pt>
                <c:pt idx="43">
                  <c:v>29.32</c:v>
                </c:pt>
                <c:pt idx="44">
                  <c:v>30.32</c:v>
                </c:pt>
                <c:pt idx="45">
                  <c:v>31.36</c:v>
                </c:pt>
                <c:pt idx="46">
                  <c:v>32.43</c:v>
                </c:pt>
                <c:pt idx="47">
                  <c:v>33.5</c:v>
                </c:pt>
                <c:pt idx="48">
                  <c:v>34.58</c:v>
                </c:pt>
                <c:pt idx="49">
                  <c:v>35.659999999999997</c:v>
                </c:pt>
                <c:pt idx="50">
                  <c:v>36.729999999999997</c:v>
                </c:pt>
                <c:pt idx="51">
                  <c:v>37.78</c:v>
                </c:pt>
                <c:pt idx="52">
                  <c:v>38.799999999999997</c:v>
                </c:pt>
                <c:pt idx="53">
                  <c:v>39.770000000000003</c:v>
                </c:pt>
                <c:pt idx="54">
                  <c:v>40.69</c:v>
                </c:pt>
                <c:pt idx="55">
                  <c:v>41.59</c:v>
                </c:pt>
                <c:pt idx="56">
                  <c:v>42.48</c:v>
                </c:pt>
                <c:pt idx="57">
                  <c:v>43.37</c:v>
                </c:pt>
                <c:pt idx="58">
                  <c:v>44.28</c:v>
                </c:pt>
                <c:pt idx="59">
                  <c:v>45.19</c:v>
                </c:pt>
                <c:pt idx="60">
                  <c:v>46.11</c:v>
                </c:pt>
                <c:pt idx="61">
                  <c:v>47.03</c:v>
                </c:pt>
                <c:pt idx="62">
                  <c:v>47.95</c:v>
                </c:pt>
                <c:pt idx="63">
                  <c:v>48.88</c:v>
                </c:pt>
                <c:pt idx="64">
                  <c:v>49.8</c:v>
                </c:pt>
                <c:pt idx="65">
                  <c:v>50.71</c:v>
                </c:pt>
                <c:pt idx="66">
                  <c:v>51.55</c:v>
                </c:pt>
                <c:pt idx="67">
                  <c:v>52.32</c:v>
                </c:pt>
                <c:pt idx="68">
                  <c:v>53.05</c:v>
                </c:pt>
                <c:pt idx="69">
                  <c:v>53.75</c:v>
                </c:pt>
                <c:pt idx="70">
                  <c:v>54.41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10F-4139-A227-4268963048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10F-4139-A227-426896304890}"/>
                </c:ext>
              </c:extLst>
            </c:dLbl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Sheet1!$D$2:$D$72</c:f>
              <c:numCache>
                <c:formatCode>0.0</c:formatCode>
                <c:ptCount val="71"/>
                <c:pt idx="0">
                  <c:v>56.11</c:v>
                </c:pt>
                <c:pt idx="1">
                  <c:v>55.03</c:v>
                </c:pt>
                <c:pt idx="2">
                  <c:v>53.99</c:v>
                </c:pt>
                <c:pt idx="3">
                  <c:v>53.02</c:v>
                </c:pt>
                <c:pt idx="4">
                  <c:v>52.1</c:v>
                </c:pt>
                <c:pt idx="5">
                  <c:v>51.22</c:v>
                </c:pt>
                <c:pt idx="6">
                  <c:v>50.37</c:v>
                </c:pt>
                <c:pt idx="7">
                  <c:v>49.48</c:v>
                </c:pt>
                <c:pt idx="8">
                  <c:v>48.62</c:v>
                </c:pt>
                <c:pt idx="9">
                  <c:v>47.81</c:v>
                </c:pt>
                <c:pt idx="10">
                  <c:v>47.07</c:v>
                </c:pt>
                <c:pt idx="11">
                  <c:v>46.45</c:v>
                </c:pt>
                <c:pt idx="12">
                  <c:v>45.89</c:v>
                </c:pt>
                <c:pt idx="13">
                  <c:v>45.38</c:v>
                </c:pt>
                <c:pt idx="14">
                  <c:v>44.95</c:v>
                </c:pt>
                <c:pt idx="15">
                  <c:v>44.67</c:v>
                </c:pt>
                <c:pt idx="16">
                  <c:v>44.47</c:v>
                </c:pt>
                <c:pt idx="17">
                  <c:v>44.35</c:v>
                </c:pt>
                <c:pt idx="18">
                  <c:v>44.38</c:v>
                </c:pt>
                <c:pt idx="19">
                  <c:v>44.44</c:v>
                </c:pt>
                <c:pt idx="20">
                  <c:v>44.46</c:v>
                </c:pt>
                <c:pt idx="21">
                  <c:v>44.44</c:v>
                </c:pt>
                <c:pt idx="22">
                  <c:v>44.5</c:v>
                </c:pt>
                <c:pt idx="23">
                  <c:v>44.62</c:v>
                </c:pt>
                <c:pt idx="24">
                  <c:v>44.8</c:v>
                </c:pt>
                <c:pt idx="25">
                  <c:v>45.02</c:v>
                </c:pt>
                <c:pt idx="26">
                  <c:v>45.22</c:v>
                </c:pt>
                <c:pt idx="27">
                  <c:v>45.41</c:v>
                </c:pt>
                <c:pt idx="28">
                  <c:v>45.6</c:v>
                </c:pt>
                <c:pt idx="29">
                  <c:v>45.76</c:v>
                </c:pt>
                <c:pt idx="30">
                  <c:v>45.86</c:v>
                </c:pt>
                <c:pt idx="31">
                  <c:v>45.99</c:v>
                </c:pt>
                <c:pt idx="32">
                  <c:v>46.17</c:v>
                </c:pt>
                <c:pt idx="33">
                  <c:v>46.29</c:v>
                </c:pt>
                <c:pt idx="34">
                  <c:v>46.42</c:v>
                </c:pt>
                <c:pt idx="35">
                  <c:v>46.64</c:v>
                </c:pt>
                <c:pt idx="36">
                  <c:v>46.95</c:v>
                </c:pt>
                <c:pt idx="37">
                  <c:v>47.34</c:v>
                </c:pt>
                <c:pt idx="38">
                  <c:v>47.8</c:v>
                </c:pt>
                <c:pt idx="39">
                  <c:v>48.3</c:v>
                </c:pt>
                <c:pt idx="40">
                  <c:v>48.86</c:v>
                </c:pt>
                <c:pt idx="41">
                  <c:v>49.51</c:v>
                </c:pt>
                <c:pt idx="42">
                  <c:v>50.25</c:v>
                </c:pt>
                <c:pt idx="43">
                  <c:v>51.09</c:v>
                </c:pt>
                <c:pt idx="44">
                  <c:v>52.02</c:v>
                </c:pt>
                <c:pt idx="45">
                  <c:v>53.02</c:v>
                </c:pt>
                <c:pt idx="46">
                  <c:v>54.06</c:v>
                </c:pt>
                <c:pt idx="47">
                  <c:v>55.11</c:v>
                </c:pt>
                <c:pt idx="48">
                  <c:v>56.17</c:v>
                </c:pt>
                <c:pt idx="49">
                  <c:v>57.24</c:v>
                </c:pt>
                <c:pt idx="50">
                  <c:v>58.3</c:v>
                </c:pt>
                <c:pt idx="51">
                  <c:v>59.33</c:v>
                </c:pt>
                <c:pt idx="52">
                  <c:v>60.32</c:v>
                </c:pt>
                <c:pt idx="53">
                  <c:v>61.27</c:v>
                </c:pt>
                <c:pt idx="54">
                  <c:v>62.16</c:v>
                </c:pt>
                <c:pt idx="55">
                  <c:v>63.02</c:v>
                </c:pt>
                <c:pt idx="56">
                  <c:v>63.86</c:v>
                </c:pt>
                <c:pt idx="57">
                  <c:v>64.72</c:v>
                </c:pt>
                <c:pt idx="58">
                  <c:v>65.58</c:v>
                </c:pt>
                <c:pt idx="59">
                  <c:v>66.45</c:v>
                </c:pt>
                <c:pt idx="60">
                  <c:v>67.33</c:v>
                </c:pt>
                <c:pt idx="61">
                  <c:v>68.209999999999994</c:v>
                </c:pt>
                <c:pt idx="62">
                  <c:v>69.09</c:v>
                </c:pt>
                <c:pt idx="63">
                  <c:v>69.989999999999995</c:v>
                </c:pt>
                <c:pt idx="64">
                  <c:v>70.88</c:v>
                </c:pt>
                <c:pt idx="65">
                  <c:v>71.760000000000005</c:v>
                </c:pt>
                <c:pt idx="66">
                  <c:v>72.569999999999993</c:v>
                </c:pt>
                <c:pt idx="67">
                  <c:v>73.33</c:v>
                </c:pt>
                <c:pt idx="68">
                  <c:v>74.03</c:v>
                </c:pt>
                <c:pt idx="69">
                  <c:v>74.709999999999994</c:v>
                </c:pt>
                <c:pt idx="70">
                  <c:v>75.37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10F-4139-A227-426896304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C-49BF-AFA5-C01CD2F3C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9C-49BF-AFA5-C01CD2F3CD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D9C-49BF-AFA5-C01CD2F3CD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D9C-49BF-AFA5-C01CD2F3C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FBCF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4194-44F3-9D57-05985D6654AF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4194-44F3-9D57-05985D6654AF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4194-44F3-9D57-05985D6654AF}"/>
              </c:ext>
            </c:extLst>
          </c:dPt>
          <c:dPt>
            <c:idx val="3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7-4194-44F3-9D57-05985D6654AF}"/>
              </c:ext>
            </c:extLst>
          </c:dPt>
          <c:dPt>
            <c:idx val="4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9-4194-44F3-9D57-05985D6654AF}"/>
              </c:ext>
            </c:extLst>
          </c:dPt>
          <c:dPt>
            <c:idx val="5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B-4194-44F3-9D57-05985D6654AF}"/>
              </c:ext>
            </c:extLst>
          </c:dPt>
          <c:dPt>
            <c:idx val="6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D-4194-44F3-9D57-05985D6654AF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4194-44F3-9D57-05985D6654AF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4194-44F3-9D57-05985D6654AF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4194-44F3-9D57-05985D6654AF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4194-44F3-9D57-05985D6654A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94-44F3-9D57-05985D6654A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94-44F3-9D57-05985D6654A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194-44F3-9D57-05985D6654AF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194-44F3-9D57-05985D6654A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194-44F3-9D57-05985D6654A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194-44F3-9D57-05985D6654A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194-44F3-9D57-05985D6654A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194-44F3-9D57-05985D6654A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194-44F3-9D57-05985D6654A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194-44F3-9D57-05985D6654A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194-44F3-9D57-05985D6654AF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China</c:v>
                </c:pt>
                <c:pt idx="1">
                  <c:v>Índia</c:v>
                </c:pt>
                <c:pt idx="2">
                  <c:v>Coreia do Sul</c:v>
                </c:pt>
                <c:pt idx="3">
                  <c:v>Mundo</c:v>
                </c:pt>
                <c:pt idx="4">
                  <c:v>Chile</c:v>
                </c:pt>
                <c:pt idx="5">
                  <c:v>México</c:v>
                </c:pt>
                <c:pt idx="6">
                  <c:v>OCDE</c:v>
                </c:pt>
                <c:pt idx="7">
                  <c:v>EUA</c:v>
                </c:pt>
                <c:pt idx="8">
                  <c:v>Alemanha</c:v>
                </c:pt>
                <c:pt idx="9">
                  <c:v>Brasil</c:v>
                </c:pt>
                <c:pt idx="10">
                  <c:v>Colômbia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39.65</c:v>
                </c:pt>
                <c:pt idx="1">
                  <c:v>31.68</c:v>
                </c:pt>
                <c:pt idx="2">
                  <c:v>28.33</c:v>
                </c:pt>
                <c:pt idx="3">
                  <c:v>25.62</c:v>
                </c:pt>
                <c:pt idx="4">
                  <c:v>24.09</c:v>
                </c:pt>
                <c:pt idx="5">
                  <c:v>22.41</c:v>
                </c:pt>
                <c:pt idx="6">
                  <c:v>22.23</c:v>
                </c:pt>
                <c:pt idx="7">
                  <c:v>21.35</c:v>
                </c:pt>
                <c:pt idx="8">
                  <c:v>20.309999999999999</c:v>
                </c:pt>
                <c:pt idx="9">
                  <c:v>16.84</c:v>
                </c:pt>
                <c:pt idx="10">
                  <c:v>16.010000000000002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194-44F3-9D57-05985D665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8.1671408720968688E-2"/>
          <c:y val="2.5887497569748227E-2"/>
          <c:w val="0.86"/>
          <c:h val="0.7014196467629046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11.72</c:v>
                </c:pt>
                <c:pt idx="1">
                  <c:v>11.8</c:v>
                </c:pt>
                <c:pt idx="2">
                  <c:v>12</c:v>
                </c:pt>
                <c:pt idx="3">
                  <c:v>12.18</c:v>
                </c:pt>
                <c:pt idx="4">
                  <c:v>12.34</c:v>
                </c:pt>
                <c:pt idx="5">
                  <c:v>12.5</c:v>
                </c:pt>
                <c:pt idx="6">
                  <c:v>12</c:v>
                </c:pt>
                <c:pt idx="7">
                  <c:v>11.81</c:v>
                </c:pt>
                <c:pt idx="8">
                  <c:v>11.5</c:v>
                </c:pt>
                <c:pt idx="9">
                  <c:v>11</c:v>
                </c:pt>
                <c:pt idx="10">
                  <c:v>10.79</c:v>
                </c:pt>
                <c:pt idx="11">
                  <c:v>10.5</c:v>
                </c:pt>
                <c:pt idx="12">
                  <c:v>9.92</c:v>
                </c:pt>
                <c:pt idx="13">
                  <c:v>9.4499999999999993</c:v>
                </c:pt>
                <c:pt idx="14">
                  <c:v>8.98</c:v>
                </c:pt>
                <c:pt idx="15">
                  <c:v>8.5</c:v>
                </c:pt>
                <c:pt idx="16">
                  <c:v>8.18</c:v>
                </c:pt>
                <c:pt idx="17">
                  <c:v>7.97</c:v>
                </c:pt>
                <c:pt idx="18">
                  <c:v>7.5</c:v>
                </c:pt>
                <c:pt idx="19">
                  <c:v>7.33</c:v>
                </c:pt>
                <c:pt idx="20">
                  <c:v>7.25</c:v>
                </c:pt>
                <c:pt idx="21">
                  <c:v>7.25</c:v>
                </c:pt>
                <c:pt idx="22">
                  <c:v>7.25</c:v>
                </c:pt>
                <c:pt idx="23">
                  <c:v>7.25</c:v>
                </c:pt>
                <c:pt idx="24">
                  <c:v>7.25</c:v>
                </c:pt>
                <c:pt idx="25">
                  <c:v>7.36</c:v>
                </c:pt>
                <c:pt idx="26">
                  <c:v>7.53</c:v>
                </c:pt>
                <c:pt idx="27">
                  <c:v>8</c:v>
                </c:pt>
                <c:pt idx="28">
                  <c:v>8.34</c:v>
                </c:pt>
                <c:pt idx="29">
                  <c:v>8.5500000000000007</c:v>
                </c:pt>
                <c:pt idx="30">
                  <c:v>9</c:v>
                </c:pt>
                <c:pt idx="31">
                  <c:v>9.35</c:v>
                </c:pt>
                <c:pt idx="32">
                  <c:v>9.5500000000000007</c:v>
                </c:pt>
                <c:pt idx="33">
                  <c:v>10</c:v>
                </c:pt>
                <c:pt idx="34">
                  <c:v>10.26</c:v>
                </c:pt>
                <c:pt idx="35">
                  <c:v>10.52</c:v>
                </c:pt>
                <c:pt idx="36">
                  <c:v>10.75</c:v>
                </c:pt>
                <c:pt idx="37">
                  <c:v>10.98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</c:v>
                </c:pt>
                <c:pt idx="42">
                  <c:v>11</c:v>
                </c:pt>
                <c:pt idx="43">
                  <c:v>11.02</c:v>
                </c:pt>
                <c:pt idx="44">
                  <c:v>11.25</c:v>
                </c:pt>
                <c:pt idx="45">
                  <c:v>11.7</c:v>
                </c:pt>
                <c:pt idx="46">
                  <c:v>11.91</c:v>
                </c:pt>
                <c:pt idx="47">
                  <c:v>12.25</c:v>
                </c:pt>
                <c:pt idx="48">
                  <c:v>12.69</c:v>
                </c:pt>
                <c:pt idx="49">
                  <c:v>12.77</c:v>
                </c:pt>
                <c:pt idx="50">
                  <c:v>13.25</c:v>
                </c:pt>
                <c:pt idx="51">
                  <c:v>13.7</c:v>
                </c:pt>
                <c:pt idx="52">
                  <c:v>13.78</c:v>
                </c:pt>
                <c:pt idx="53">
                  <c:v>14.25</c:v>
                </c:pt>
                <c:pt idx="54">
                  <c:v>14.25</c:v>
                </c:pt>
                <c:pt idx="55">
                  <c:v>14.25</c:v>
                </c:pt>
                <c:pt idx="56">
                  <c:v>14.25</c:v>
                </c:pt>
                <c:pt idx="57">
                  <c:v>14.25</c:v>
                </c:pt>
                <c:pt idx="58">
                  <c:v>14.25</c:v>
                </c:pt>
                <c:pt idx="59">
                  <c:v>14.25</c:v>
                </c:pt>
                <c:pt idx="60">
                  <c:v>14.25</c:v>
                </c:pt>
                <c:pt idx="61">
                  <c:v>14.25</c:v>
                </c:pt>
                <c:pt idx="62">
                  <c:v>14.25</c:v>
                </c:pt>
                <c:pt idx="63">
                  <c:v>14.25</c:v>
                </c:pt>
                <c:pt idx="64">
                  <c:v>14.25</c:v>
                </c:pt>
                <c:pt idx="65">
                  <c:v>14.25</c:v>
                </c:pt>
                <c:pt idx="66">
                  <c:v>14.25</c:v>
                </c:pt>
                <c:pt idx="67">
                  <c:v>14.15</c:v>
                </c:pt>
                <c:pt idx="68">
                  <c:v>14</c:v>
                </c:pt>
                <c:pt idx="69">
                  <c:v>13.75</c:v>
                </c:pt>
                <c:pt idx="70">
                  <c:v>13.27</c:v>
                </c:pt>
                <c:pt idx="71">
                  <c:v>12.84</c:v>
                </c:pt>
                <c:pt idx="72">
                  <c:v>12.25</c:v>
                </c:pt>
                <c:pt idx="73">
                  <c:v>11.65</c:v>
                </c:pt>
                <c:pt idx="74">
                  <c:v>11.25</c:v>
                </c:pt>
                <c:pt idx="75">
                  <c:v>10.25</c:v>
                </c:pt>
                <c:pt idx="76">
                  <c:v>10.09</c:v>
                </c:pt>
                <c:pt idx="77">
                  <c:v>9.25</c:v>
                </c:pt>
                <c:pt idx="78">
                  <c:v>8.48</c:v>
                </c:pt>
                <c:pt idx="79">
                  <c:v>8.1</c:v>
                </c:pt>
                <c:pt idx="80">
                  <c:v>7.5</c:v>
                </c:pt>
                <c:pt idx="81">
                  <c:v>7.1</c:v>
                </c:pt>
                <c:pt idx="82">
                  <c:v>7</c:v>
                </c:pt>
                <c:pt idx="83">
                  <c:v>6.81</c:v>
                </c:pt>
                <c:pt idx="84">
                  <c:v>6.67</c:v>
                </c:pt>
                <c:pt idx="85">
                  <c:v>6.5</c:v>
                </c:pt>
                <c:pt idx="86">
                  <c:v>6.5</c:v>
                </c:pt>
                <c:pt idx="87">
                  <c:v>6.5</c:v>
                </c:pt>
                <c:pt idx="88">
                  <c:v>6.5</c:v>
                </c:pt>
                <c:pt idx="89">
                  <c:v>6.5</c:v>
                </c:pt>
                <c:pt idx="90">
                  <c:v>6.5</c:v>
                </c:pt>
                <c:pt idx="91">
                  <c:v>6.5</c:v>
                </c:pt>
                <c:pt idx="92">
                  <c:v>6.5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</c:v>
                </c:pt>
                <c:pt idx="102">
                  <c:v>5.8</c:v>
                </c:pt>
                <c:pt idx="103">
                  <c:v>5.48</c:v>
                </c:pt>
                <c:pt idx="104">
                  <c:v>5</c:v>
                </c:pt>
                <c:pt idx="105">
                  <c:v>4.68</c:v>
                </c:pt>
                <c:pt idx="106">
                  <c:v>4.5</c:v>
                </c:pt>
                <c:pt idx="107">
                  <c:v>4.29</c:v>
                </c:pt>
                <c:pt idx="108">
                  <c:v>4.04</c:v>
                </c:pt>
                <c:pt idx="109">
                  <c:v>3.75</c:v>
                </c:pt>
                <c:pt idx="110">
                  <c:v>3.15</c:v>
                </c:pt>
                <c:pt idx="111">
                  <c:v>2.67</c:v>
                </c:pt>
                <c:pt idx="112">
                  <c:v>2.25</c:v>
                </c:pt>
                <c:pt idx="113">
                  <c:v>2.04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2.34</c:v>
                </c:pt>
                <c:pt idx="121">
                  <c:v>2.75</c:v>
                </c:pt>
                <c:pt idx="122">
                  <c:v>3.38</c:v>
                </c:pt>
                <c:pt idx="123">
                  <c:v>3.85</c:v>
                </c:pt>
                <c:pt idx="124">
                  <c:v>4.25</c:v>
                </c:pt>
                <c:pt idx="125">
                  <c:v>5.12</c:v>
                </c:pt>
                <c:pt idx="126">
                  <c:v>5.52</c:v>
                </c:pt>
                <c:pt idx="127">
                  <c:v>6.44</c:v>
                </c:pt>
                <c:pt idx="128">
                  <c:v>7.75</c:v>
                </c:pt>
                <c:pt idx="129">
                  <c:v>8.86</c:v>
                </c:pt>
                <c:pt idx="130">
                  <c:v>9.25</c:v>
                </c:pt>
                <c:pt idx="131">
                  <c:v>10.64</c:v>
                </c:pt>
                <c:pt idx="132">
                  <c:v>11.23</c:v>
                </c:pt>
                <c:pt idx="133">
                  <c:v>11.75</c:v>
                </c:pt>
                <c:pt idx="134">
                  <c:v>12.62</c:v>
                </c:pt>
                <c:pt idx="135">
                  <c:v>13</c:v>
                </c:pt>
                <c:pt idx="136">
                  <c:v>13.25</c:v>
                </c:pt>
                <c:pt idx="137">
                  <c:v>13.7</c:v>
                </c:pt>
                <c:pt idx="138">
                  <c:v>13.75</c:v>
                </c:pt>
                <c:pt idx="139">
                  <c:v>13.75</c:v>
                </c:pt>
                <c:pt idx="140">
                  <c:v>13.75</c:v>
                </c:pt>
                <c:pt idx="141">
                  <c:v>13.75</c:v>
                </c:pt>
                <c:pt idx="142">
                  <c:v>13.75</c:v>
                </c:pt>
                <c:pt idx="143">
                  <c:v>13.75</c:v>
                </c:pt>
                <c:pt idx="144">
                  <c:v>13.75</c:v>
                </c:pt>
                <c:pt idx="145">
                  <c:v>13.75</c:v>
                </c:pt>
                <c:pt idx="146">
                  <c:v>13.75</c:v>
                </c:pt>
                <c:pt idx="147">
                  <c:v>13.75</c:v>
                </c:pt>
                <c:pt idx="148">
                  <c:v>13.75</c:v>
                </c:pt>
                <c:pt idx="149">
                  <c:v>13.28</c:v>
                </c:pt>
                <c:pt idx="150">
                  <c:v>13.08</c:v>
                </c:pt>
                <c:pt idx="151">
                  <c:v>12.75</c:v>
                </c:pt>
                <c:pt idx="152">
                  <c:v>12.27</c:v>
                </c:pt>
                <c:pt idx="153">
                  <c:v>11.96</c:v>
                </c:pt>
                <c:pt idx="154">
                  <c:v>11.75</c:v>
                </c:pt>
                <c:pt idx="155">
                  <c:v>11.25</c:v>
                </c:pt>
                <c:pt idx="156">
                  <c:v>11.07</c:v>
                </c:pt>
                <c:pt idx="157">
                  <c:v>10.75</c:v>
                </c:pt>
                <c:pt idx="158">
                  <c:v>10.56</c:v>
                </c:pt>
                <c:pt idx="159">
                  <c:v>10.5</c:v>
                </c:pt>
                <c:pt idx="160">
                  <c:v>10.5</c:v>
                </c:pt>
                <c:pt idx="161">
                  <c:v>10.5</c:v>
                </c:pt>
                <c:pt idx="162">
                  <c:v>10.6</c:v>
                </c:pt>
                <c:pt idx="163">
                  <c:v>10.75</c:v>
                </c:pt>
                <c:pt idx="164">
                  <c:v>11.15</c:v>
                </c:pt>
                <c:pt idx="165">
                  <c:v>11.9</c:v>
                </c:pt>
                <c:pt idx="166">
                  <c:v>12.31</c:v>
                </c:pt>
                <c:pt idx="167">
                  <c:v>13.25</c:v>
                </c:pt>
                <c:pt idx="168">
                  <c:v>13.64</c:v>
                </c:pt>
                <c:pt idx="169">
                  <c:v>14.25</c:v>
                </c:pt>
                <c:pt idx="170">
                  <c:v>14.64</c:v>
                </c:pt>
                <c:pt idx="171">
                  <c:v>14.85</c:v>
                </c:pt>
                <c:pt idx="172">
                  <c:v>15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15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14.9</c:v>
                </c:pt>
                <c:pt idx="181">
                  <c:v>14.74</c:v>
                </c:pt>
                <c:pt idx="182">
                  <c:v>14.5</c:v>
                </c:pt>
                <c:pt idx="183">
                  <c:v>14.39</c:v>
                </c:pt>
                <c:pt idx="184">
                  <c:v>14.25</c:v>
                </c:pt>
                <c:pt idx="185">
                  <c:v>14.04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1B-455B-862E-BF0A33BDDE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Crédito livre a empresas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Sheet1!$C$2:$C$187</c:f>
              <c:numCache>
                <c:formatCode>0.0</c:formatCode>
                <c:ptCount val="186"/>
                <c:pt idx="0">
                  <c:v>27.05</c:v>
                </c:pt>
                <c:pt idx="1">
                  <c:v>27.48</c:v>
                </c:pt>
                <c:pt idx="2">
                  <c:v>27.2</c:v>
                </c:pt>
                <c:pt idx="3">
                  <c:v>27.14</c:v>
                </c:pt>
                <c:pt idx="4">
                  <c:v>27.51</c:v>
                </c:pt>
                <c:pt idx="5">
                  <c:v>26.27</c:v>
                </c:pt>
                <c:pt idx="6">
                  <c:v>26.4</c:v>
                </c:pt>
                <c:pt idx="7">
                  <c:v>25.99</c:v>
                </c:pt>
                <c:pt idx="8">
                  <c:v>25.69</c:v>
                </c:pt>
                <c:pt idx="9">
                  <c:v>24.27</c:v>
                </c:pt>
                <c:pt idx="10">
                  <c:v>24.96</c:v>
                </c:pt>
                <c:pt idx="11">
                  <c:v>24.91</c:v>
                </c:pt>
                <c:pt idx="12">
                  <c:v>24.23</c:v>
                </c:pt>
                <c:pt idx="13">
                  <c:v>23.13</c:v>
                </c:pt>
                <c:pt idx="14">
                  <c:v>21.6</c:v>
                </c:pt>
                <c:pt idx="15">
                  <c:v>20.72</c:v>
                </c:pt>
                <c:pt idx="16">
                  <c:v>20.63</c:v>
                </c:pt>
                <c:pt idx="17">
                  <c:v>20.36</c:v>
                </c:pt>
                <c:pt idx="18">
                  <c:v>20.010000000000002</c:v>
                </c:pt>
                <c:pt idx="19">
                  <c:v>19.45</c:v>
                </c:pt>
                <c:pt idx="20">
                  <c:v>19.75</c:v>
                </c:pt>
                <c:pt idx="21">
                  <c:v>18.57</c:v>
                </c:pt>
                <c:pt idx="22">
                  <c:v>19.64</c:v>
                </c:pt>
                <c:pt idx="23">
                  <c:v>19.87</c:v>
                </c:pt>
                <c:pt idx="24">
                  <c:v>19.71</c:v>
                </c:pt>
                <c:pt idx="25">
                  <c:v>20.05</c:v>
                </c:pt>
                <c:pt idx="26">
                  <c:v>19.760000000000002</c:v>
                </c:pt>
                <c:pt idx="27">
                  <c:v>20.13</c:v>
                </c:pt>
                <c:pt idx="28">
                  <c:v>20.63</c:v>
                </c:pt>
                <c:pt idx="29">
                  <c:v>21.2</c:v>
                </c:pt>
                <c:pt idx="30">
                  <c:v>21.36</c:v>
                </c:pt>
                <c:pt idx="31">
                  <c:v>21.52</c:v>
                </c:pt>
                <c:pt idx="32">
                  <c:v>22.13</c:v>
                </c:pt>
                <c:pt idx="33">
                  <c:v>22</c:v>
                </c:pt>
                <c:pt idx="34">
                  <c:v>23.45</c:v>
                </c:pt>
                <c:pt idx="35">
                  <c:v>23.71</c:v>
                </c:pt>
                <c:pt idx="36">
                  <c:v>23.75</c:v>
                </c:pt>
                <c:pt idx="37">
                  <c:v>23.64</c:v>
                </c:pt>
                <c:pt idx="38">
                  <c:v>23.72</c:v>
                </c:pt>
                <c:pt idx="39">
                  <c:v>23.42</c:v>
                </c:pt>
                <c:pt idx="40">
                  <c:v>23.83</c:v>
                </c:pt>
                <c:pt idx="41">
                  <c:v>23.58</c:v>
                </c:pt>
                <c:pt idx="42">
                  <c:v>23.49</c:v>
                </c:pt>
                <c:pt idx="43">
                  <c:v>24.22</c:v>
                </c:pt>
                <c:pt idx="44">
                  <c:v>24.17</c:v>
                </c:pt>
                <c:pt idx="45">
                  <c:v>24.12</c:v>
                </c:pt>
                <c:pt idx="46">
                  <c:v>25.2</c:v>
                </c:pt>
                <c:pt idx="47">
                  <c:v>26.03</c:v>
                </c:pt>
                <c:pt idx="48">
                  <c:v>26.41</c:v>
                </c:pt>
                <c:pt idx="49">
                  <c:v>26.68</c:v>
                </c:pt>
                <c:pt idx="50">
                  <c:v>26.88</c:v>
                </c:pt>
                <c:pt idx="51">
                  <c:v>27.36</c:v>
                </c:pt>
                <c:pt idx="52">
                  <c:v>27.88</c:v>
                </c:pt>
                <c:pt idx="53">
                  <c:v>28.46</c:v>
                </c:pt>
                <c:pt idx="54">
                  <c:v>29.61</c:v>
                </c:pt>
                <c:pt idx="55">
                  <c:v>29.96</c:v>
                </c:pt>
                <c:pt idx="56">
                  <c:v>30.3</c:v>
                </c:pt>
                <c:pt idx="57">
                  <c:v>29.63</c:v>
                </c:pt>
                <c:pt idx="58">
                  <c:v>31.34</c:v>
                </c:pt>
                <c:pt idx="59">
                  <c:v>31.72</c:v>
                </c:pt>
                <c:pt idx="60">
                  <c:v>30.66</c:v>
                </c:pt>
                <c:pt idx="61">
                  <c:v>30.68</c:v>
                </c:pt>
                <c:pt idx="62">
                  <c:v>29.89</c:v>
                </c:pt>
                <c:pt idx="63">
                  <c:v>30.04</c:v>
                </c:pt>
                <c:pt idx="64">
                  <c:v>30.32</c:v>
                </c:pt>
                <c:pt idx="65">
                  <c:v>30.5</c:v>
                </c:pt>
                <c:pt idx="66">
                  <c:v>29.51</c:v>
                </c:pt>
                <c:pt idx="67">
                  <c:v>30.24</c:v>
                </c:pt>
                <c:pt idx="68">
                  <c:v>29.71</c:v>
                </c:pt>
                <c:pt idx="69">
                  <c:v>27.96</c:v>
                </c:pt>
                <c:pt idx="70">
                  <c:v>28.69</c:v>
                </c:pt>
                <c:pt idx="71">
                  <c:v>28.62</c:v>
                </c:pt>
                <c:pt idx="72">
                  <c:v>27.28</c:v>
                </c:pt>
                <c:pt idx="73">
                  <c:v>26.38</c:v>
                </c:pt>
                <c:pt idx="74">
                  <c:v>25.9</c:v>
                </c:pt>
                <c:pt idx="75">
                  <c:v>24.85</c:v>
                </c:pt>
                <c:pt idx="76">
                  <c:v>25.41</c:v>
                </c:pt>
                <c:pt idx="77">
                  <c:v>24.41</c:v>
                </c:pt>
                <c:pt idx="78">
                  <c:v>23.18</c:v>
                </c:pt>
                <c:pt idx="79">
                  <c:v>23.31</c:v>
                </c:pt>
                <c:pt idx="80">
                  <c:v>22.95</c:v>
                </c:pt>
                <c:pt idx="81">
                  <c:v>21.62</c:v>
                </c:pt>
                <c:pt idx="82">
                  <c:v>22.44</c:v>
                </c:pt>
                <c:pt idx="83">
                  <c:v>22.18</c:v>
                </c:pt>
                <c:pt idx="84">
                  <c:v>21.16</c:v>
                </c:pt>
                <c:pt idx="85">
                  <c:v>20.78</c:v>
                </c:pt>
                <c:pt idx="86">
                  <c:v>20.6</c:v>
                </c:pt>
                <c:pt idx="87">
                  <c:v>20.28</c:v>
                </c:pt>
                <c:pt idx="88">
                  <c:v>20.63</c:v>
                </c:pt>
                <c:pt idx="89">
                  <c:v>20.45</c:v>
                </c:pt>
                <c:pt idx="90">
                  <c:v>20.43</c:v>
                </c:pt>
                <c:pt idx="91">
                  <c:v>20.5</c:v>
                </c:pt>
                <c:pt idx="92">
                  <c:v>20.37</c:v>
                </c:pt>
                <c:pt idx="93">
                  <c:v>18.920000000000002</c:v>
                </c:pt>
                <c:pt idx="94">
                  <c:v>20.28</c:v>
                </c:pt>
                <c:pt idx="95">
                  <c:v>19.72</c:v>
                </c:pt>
                <c:pt idx="96">
                  <c:v>19.649999999999999</c:v>
                </c:pt>
                <c:pt idx="97">
                  <c:v>19.850000000000001</c:v>
                </c:pt>
                <c:pt idx="98">
                  <c:v>19.45</c:v>
                </c:pt>
                <c:pt idx="99">
                  <c:v>18.54</c:v>
                </c:pt>
                <c:pt idx="100">
                  <c:v>19.07</c:v>
                </c:pt>
                <c:pt idx="101">
                  <c:v>18.690000000000001</c:v>
                </c:pt>
                <c:pt idx="102">
                  <c:v>17.36</c:v>
                </c:pt>
                <c:pt idx="103">
                  <c:v>17.38</c:v>
                </c:pt>
                <c:pt idx="104">
                  <c:v>17.2</c:v>
                </c:pt>
                <c:pt idx="105">
                  <c:v>16.18</c:v>
                </c:pt>
                <c:pt idx="106">
                  <c:v>17.600000000000001</c:v>
                </c:pt>
                <c:pt idx="107">
                  <c:v>16.87</c:v>
                </c:pt>
                <c:pt idx="108">
                  <c:v>16.48</c:v>
                </c:pt>
                <c:pt idx="109">
                  <c:v>15.77</c:v>
                </c:pt>
                <c:pt idx="110">
                  <c:v>14.11</c:v>
                </c:pt>
                <c:pt idx="111">
                  <c:v>12.85</c:v>
                </c:pt>
                <c:pt idx="112">
                  <c:v>12.29</c:v>
                </c:pt>
                <c:pt idx="113">
                  <c:v>12.26</c:v>
                </c:pt>
                <c:pt idx="114">
                  <c:v>11.45</c:v>
                </c:pt>
                <c:pt idx="115">
                  <c:v>11.93</c:v>
                </c:pt>
                <c:pt idx="116">
                  <c:v>12.12</c:v>
                </c:pt>
                <c:pt idx="117">
                  <c:v>11.59</c:v>
                </c:pt>
                <c:pt idx="118">
                  <c:v>15.16</c:v>
                </c:pt>
                <c:pt idx="119">
                  <c:v>13.79</c:v>
                </c:pt>
                <c:pt idx="120">
                  <c:v>13.8</c:v>
                </c:pt>
                <c:pt idx="121">
                  <c:v>14.66</c:v>
                </c:pt>
                <c:pt idx="122">
                  <c:v>14.62</c:v>
                </c:pt>
                <c:pt idx="123">
                  <c:v>14.43</c:v>
                </c:pt>
                <c:pt idx="124">
                  <c:v>15.46</c:v>
                </c:pt>
                <c:pt idx="125">
                  <c:v>16.190000000000001</c:v>
                </c:pt>
                <c:pt idx="126">
                  <c:v>17.010000000000002</c:v>
                </c:pt>
                <c:pt idx="127">
                  <c:v>18.829999999999998</c:v>
                </c:pt>
                <c:pt idx="128">
                  <c:v>20.03</c:v>
                </c:pt>
                <c:pt idx="129">
                  <c:v>19.66</c:v>
                </c:pt>
                <c:pt idx="130">
                  <c:v>21.3</c:v>
                </c:pt>
                <c:pt idx="131">
                  <c:v>21.43</c:v>
                </c:pt>
                <c:pt idx="132">
                  <c:v>21.39</c:v>
                </c:pt>
                <c:pt idx="133">
                  <c:v>22.31</c:v>
                </c:pt>
                <c:pt idx="134">
                  <c:v>21.84</c:v>
                </c:pt>
                <c:pt idx="135">
                  <c:v>22.56</c:v>
                </c:pt>
                <c:pt idx="136">
                  <c:v>23.33</c:v>
                </c:pt>
                <c:pt idx="137">
                  <c:v>22.67</c:v>
                </c:pt>
                <c:pt idx="138">
                  <c:v>22.8</c:v>
                </c:pt>
                <c:pt idx="139">
                  <c:v>23.19</c:v>
                </c:pt>
                <c:pt idx="140">
                  <c:v>23.24</c:v>
                </c:pt>
                <c:pt idx="141">
                  <c:v>22.98</c:v>
                </c:pt>
                <c:pt idx="142">
                  <c:v>24.93</c:v>
                </c:pt>
                <c:pt idx="143">
                  <c:v>23.78</c:v>
                </c:pt>
                <c:pt idx="144">
                  <c:v>23.82</c:v>
                </c:pt>
                <c:pt idx="145">
                  <c:v>23.52</c:v>
                </c:pt>
                <c:pt idx="146">
                  <c:v>23.53</c:v>
                </c:pt>
                <c:pt idx="147">
                  <c:v>22.75</c:v>
                </c:pt>
                <c:pt idx="148">
                  <c:v>23</c:v>
                </c:pt>
                <c:pt idx="149">
                  <c:v>22.57</c:v>
                </c:pt>
                <c:pt idx="150">
                  <c:v>22.94</c:v>
                </c:pt>
                <c:pt idx="151">
                  <c:v>22.96</c:v>
                </c:pt>
                <c:pt idx="152">
                  <c:v>22.39</c:v>
                </c:pt>
                <c:pt idx="153">
                  <c:v>21.05</c:v>
                </c:pt>
                <c:pt idx="154">
                  <c:v>22.52</c:v>
                </c:pt>
                <c:pt idx="155">
                  <c:v>21.57</c:v>
                </c:pt>
                <c:pt idx="156">
                  <c:v>21.07</c:v>
                </c:pt>
                <c:pt idx="157">
                  <c:v>21.34</c:v>
                </c:pt>
                <c:pt idx="158">
                  <c:v>20.71</c:v>
                </c:pt>
                <c:pt idx="159">
                  <c:v>20.77</c:v>
                </c:pt>
                <c:pt idx="160">
                  <c:v>21.14</c:v>
                </c:pt>
                <c:pt idx="161">
                  <c:v>21.01</c:v>
                </c:pt>
                <c:pt idx="162">
                  <c:v>20.58</c:v>
                </c:pt>
                <c:pt idx="163">
                  <c:v>21.38</c:v>
                </c:pt>
                <c:pt idx="164">
                  <c:v>21.65</c:v>
                </c:pt>
                <c:pt idx="165">
                  <c:v>21.73</c:v>
                </c:pt>
                <c:pt idx="166">
                  <c:v>24.13</c:v>
                </c:pt>
                <c:pt idx="167">
                  <c:v>23.77</c:v>
                </c:pt>
                <c:pt idx="168">
                  <c:v>23.47</c:v>
                </c:pt>
                <c:pt idx="169">
                  <c:v>24.21</c:v>
                </c:pt>
                <c:pt idx="170">
                  <c:v>24.17</c:v>
                </c:pt>
                <c:pt idx="171">
                  <c:v>24.29</c:v>
                </c:pt>
                <c:pt idx="172">
                  <c:v>25.02</c:v>
                </c:pt>
                <c:pt idx="173">
                  <c:v>24.93</c:v>
                </c:pt>
                <c:pt idx="174">
                  <c:v>24.23</c:v>
                </c:pt>
                <c:pt idx="175">
                  <c:v>25.08</c:v>
                </c:pt>
                <c:pt idx="176">
                  <c:v>24.5</c:v>
                </c:pt>
                <c:pt idx="177">
                  <c:v>23.53</c:v>
                </c:pt>
                <c:pt idx="178">
                  <c:v>25.03</c:v>
                </c:pt>
                <c:pt idx="179">
                  <c:v>24.71</c:v>
                </c:pt>
                <c:pt idx="180">
                  <c:v>24.85</c:v>
                </c:pt>
                <c:pt idx="181">
                  <c:v>24.85</c:v>
                </c:pt>
                <c:pt idx="182">
                  <c:v>24.93</c:v>
                </c:pt>
                <c:pt idx="183">
                  <c:v>24.33</c:v>
                </c:pt>
                <c:pt idx="184">
                  <c:v>25.15</c:v>
                </c:pt>
                <c:pt idx="185">
                  <c:v>24.19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1B-455B-862E-BF0A33BDD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18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24-45F1-A888-87731E3888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Sheet1!$A$2:$A$120</c:f>
              <c:strCache>
                <c:ptCount val="119"/>
                <c:pt idx="0">
                  <c:v>4T96</c:v>
                </c:pt>
                <c:pt idx="1">
                  <c:v>1T97</c:v>
                </c:pt>
                <c:pt idx="2">
                  <c:v>2T97</c:v>
                </c:pt>
                <c:pt idx="3">
                  <c:v>3T97</c:v>
                </c:pt>
                <c:pt idx="4">
                  <c:v>4T97</c:v>
                </c:pt>
                <c:pt idx="5">
                  <c:v>1T98</c:v>
                </c:pt>
                <c:pt idx="6">
                  <c:v>2T98</c:v>
                </c:pt>
                <c:pt idx="7">
                  <c:v>3T98</c:v>
                </c:pt>
                <c:pt idx="8">
                  <c:v>4T98</c:v>
                </c:pt>
                <c:pt idx="9">
                  <c:v>1T99</c:v>
                </c:pt>
                <c:pt idx="10">
                  <c:v>2T99</c:v>
                </c:pt>
                <c:pt idx="11">
                  <c:v>3T99</c:v>
                </c:pt>
                <c:pt idx="12">
                  <c:v>4T99</c:v>
                </c:pt>
                <c:pt idx="13">
                  <c:v>1T00</c:v>
                </c:pt>
                <c:pt idx="14">
                  <c:v>2T00</c:v>
                </c:pt>
                <c:pt idx="15">
                  <c:v>3T00</c:v>
                </c:pt>
                <c:pt idx="16">
                  <c:v>4T00</c:v>
                </c:pt>
                <c:pt idx="17">
                  <c:v>1T01</c:v>
                </c:pt>
                <c:pt idx="18">
                  <c:v>2T01</c:v>
                </c:pt>
                <c:pt idx="19">
                  <c:v>3T01</c:v>
                </c:pt>
                <c:pt idx="20">
                  <c:v>4T01</c:v>
                </c:pt>
                <c:pt idx="21">
                  <c:v>1T02</c:v>
                </c:pt>
                <c:pt idx="22">
                  <c:v>2T02</c:v>
                </c:pt>
                <c:pt idx="23">
                  <c:v>3T02</c:v>
                </c:pt>
                <c:pt idx="24">
                  <c:v>4T02</c:v>
                </c:pt>
                <c:pt idx="25">
                  <c:v>1T03</c:v>
                </c:pt>
                <c:pt idx="26">
                  <c:v>2T03</c:v>
                </c:pt>
                <c:pt idx="27">
                  <c:v>3T03</c:v>
                </c:pt>
                <c:pt idx="28">
                  <c:v>4T03</c:v>
                </c:pt>
                <c:pt idx="29">
                  <c:v>1T04</c:v>
                </c:pt>
                <c:pt idx="30">
                  <c:v>2T04</c:v>
                </c:pt>
                <c:pt idx="31">
                  <c:v>3T04</c:v>
                </c:pt>
                <c:pt idx="32">
                  <c:v>4T04</c:v>
                </c:pt>
                <c:pt idx="33">
                  <c:v>1T05</c:v>
                </c:pt>
                <c:pt idx="34">
                  <c:v>2T05</c:v>
                </c:pt>
                <c:pt idx="35">
                  <c:v>3T05</c:v>
                </c:pt>
                <c:pt idx="36">
                  <c:v>4T05</c:v>
                </c:pt>
                <c:pt idx="37">
                  <c:v>1T06</c:v>
                </c:pt>
                <c:pt idx="38">
                  <c:v>2T06</c:v>
                </c:pt>
                <c:pt idx="39">
                  <c:v>3T06</c:v>
                </c:pt>
                <c:pt idx="40">
                  <c:v>4T06</c:v>
                </c:pt>
                <c:pt idx="41">
                  <c:v>1T07</c:v>
                </c:pt>
                <c:pt idx="42">
                  <c:v>2T07</c:v>
                </c:pt>
                <c:pt idx="43">
                  <c:v>3T07</c:v>
                </c:pt>
                <c:pt idx="44">
                  <c:v>4T07</c:v>
                </c:pt>
                <c:pt idx="45">
                  <c:v>1T08</c:v>
                </c:pt>
                <c:pt idx="46">
                  <c:v>2T08</c:v>
                </c:pt>
                <c:pt idx="47">
                  <c:v>3T08</c:v>
                </c:pt>
                <c:pt idx="48">
                  <c:v>4T08</c:v>
                </c:pt>
                <c:pt idx="49">
                  <c:v>1T09</c:v>
                </c:pt>
                <c:pt idx="50">
                  <c:v>2T09</c:v>
                </c:pt>
                <c:pt idx="51">
                  <c:v>3T09</c:v>
                </c:pt>
                <c:pt idx="52">
                  <c:v>4T09</c:v>
                </c:pt>
                <c:pt idx="53">
                  <c:v>1T10</c:v>
                </c:pt>
                <c:pt idx="54">
                  <c:v>2T10</c:v>
                </c:pt>
                <c:pt idx="55">
                  <c:v>3T10</c:v>
                </c:pt>
                <c:pt idx="56">
                  <c:v>4T10</c:v>
                </c:pt>
                <c:pt idx="57">
                  <c:v>1T11</c:v>
                </c:pt>
                <c:pt idx="58">
                  <c:v>2T11</c:v>
                </c:pt>
                <c:pt idx="59">
                  <c:v>3T11</c:v>
                </c:pt>
                <c:pt idx="60">
                  <c:v>4T11</c:v>
                </c:pt>
                <c:pt idx="61">
                  <c:v>1T12</c:v>
                </c:pt>
                <c:pt idx="62">
                  <c:v>2T12</c:v>
                </c:pt>
                <c:pt idx="63">
                  <c:v>3T12</c:v>
                </c:pt>
                <c:pt idx="64">
                  <c:v>4T12</c:v>
                </c:pt>
                <c:pt idx="65">
                  <c:v>1T13</c:v>
                </c:pt>
                <c:pt idx="66">
                  <c:v>2T13</c:v>
                </c:pt>
                <c:pt idx="67">
                  <c:v>3T13</c:v>
                </c:pt>
                <c:pt idx="68">
                  <c:v>4T13</c:v>
                </c:pt>
                <c:pt idx="69">
                  <c:v>1T14</c:v>
                </c:pt>
                <c:pt idx="70">
                  <c:v>2T14</c:v>
                </c:pt>
                <c:pt idx="71">
                  <c:v>3T14</c:v>
                </c:pt>
                <c:pt idx="72">
                  <c:v>4T14</c:v>
                </c:pt>
                <c:pt idx="73">
                  <c:v>1T15</c:v>
                </c:pt>
                <c:pt idx="74">
                  <c:v>2T15</c:v>
                </c:pt>
                <c:pt idx="75">
                  <c:v>3T15</c:v>
                </c:pt>
                <c:pt idx="76">
                  <c:v>4T15</c:v>
                </c:pt>
                <c:pt idx="77">
                  <c:v>1T16</c:v>
                </c:pt>
                <c:pt idx="78">
                  <c:v>2T16</c:v>
                </c:pt>
                <c:pt idx="79">
                  <c:v>3T16</c:v>
                </c:pt>
                <c:pt idx="80">
                  <c:v>4T16</c:v>
                </c:pt>
                <c:pt idx="81">
                  <c:v>1T17</c:v>
                </c:pt>
                <c:pt idx="82">
                  <c:v>2T17</c:v>
                </c:pt>
                <c:pt idx="83">
                  <c:v>3T17</c:v>
                </c:pt>
                <c:pt idx="84">
                  <c:v>4T17</c:v>
                </c:pt>
                <c:pt idx="85">
                  <c:v>1T18</c:v>
                </c:pt>
                <c:pt idx="86">
                  <c:v>2T18</c:v>
                </c:pt>
                <c:pt idx="87">
                  <c:v>3T18</c:v>
                </c:pt>
                <c:pt idx="88">
                  <c:v>4T18</c:v>
                </c:pt>
                <c:pt idx="89">
                  <c:v>1T19</c:v>
                </c:pt>
                <c:pt idx="90">
                  <c:v>2T19</c:v>
                </c:pt>
                <c:pt idx="91">
                  <c:v>3T19</c:v>
                </c:pt>
                <c:pt idx="92">
                  <c:v>4T19</c:v>
                </c:pt>
                <c:pt idx="93">
                  <c:v>1T20</c:v>
                </c:pt>
                <c:pt idx="94">
                  <c:v>2T20</c:v>
                </c:pt>
                <c:pt idx="95">
                  <c:v>3T20</c:v>
                </c:pt>
                <c:pt idx="96">
                  <c:v>4T20</c:v>
                </c:pt>
                <c:pt idx="97">
                  <c:v>1T21</c:v>
                </c:pt>
                <c:pt idx="98">
                  <c:v>2T21</c:v>
                </c:pt>
                <c:pt idx="99">
                  <c:v>3T21</c:v>
                </c:pt>
                <c:pt idx="100">
                  <c:v>4T21</c:v>
                </c:pt>
                <c:pt idx="101">
                  <c:v>1T22</c:v>
                </c:pt>
                <c:pt idx="102">
                  <c:v>2T22</c:v>
                </c:pt>
                <c:pt idx="103">
                  <c:v>3T22</c:v>
                </c:pt>
                <c:pt idx="104">
                  <c:v>4T22</c:v>
                </c:pt>
                <c:pt idx="105">
                  <c:v>1T23</c:v>
                </c:pt>
                <c:pt idx="106">
                  <c:v>2T23</c:v>
                </c:pt>
                <c:pt idx="107">
                  <c:v>3T23</c:v>
                </c:pt>
                <c:pt idx="108">
                  <c:v>4T23</c:v>
                </c:pt>
                <c:pt idx="109">
                  <c:v>1T24</c:v>
                </c:pt>
                <c:pt idx="110">
                  <c:v>2T24</c:v>
                </c:pt>
                <c:pt idx="111">
                  <c:v>3T24</c:v>
                </c:pt>
                <c:pt idx="112">
                  <c:v>4T24</c:v>
                </c:pt>
                <c:pt idx="113">
                  <c:v>1T25</c:v>
                </c:pt>
                <c:pt idx="114">
                  <c:v>2T25</c:v>
                </c:pt>
                <c:pt idx="115">
                  <c:v>3T25</c:v>
                </c:pt>
                <c:pt idx="116">
                  <c:v>4T25</c:v>
                </c:pt>
                <c:pt idx="117">
                  <c:v>1T26</c:v>
                </c:pt>
                <c:pt idx="118">
                  <c:v>2T26</c:v>
                </c:pt>
              </c:strCache>
            </c:strRef>
          </c:cat>
          <c:val>
            <c:numRef>
              <c:f>Sheet1!$B$2:$B$120</c:f>
              <c:numCache>
                <c:formatCode>0.0</c:formatCode>
                <c:ptCount val="119"/>
                <c:pt idx="0">
                  <c:v>14.95</c:v>
                </c:pt>
                <c:pt idx="1">
                  <c:v>15.07</c:v>
                </c:pt>
                <c:pt idx="2">
                  <c:v>15.41</c:v>
                </c:pt>
                <c:pt idx="3">
                  <c:v>15.52</c:v>
                </c:pt>
                <c:pt idx="4">
                  <c:v>14.81</c:v>
                </c:pt>
                <c:pt idx="5">
                  <c:v>14.52</c:v>
                </c:pt>
                <c:pt idx="6">
                  <c:v>14.22</c:v>
                </c:pt>
                <c:pt idx="7">
                  <c:v>13.97</c:v>
                </c:pt>
                <c:pt idx="8">
                  <c:v>13.81</c:v>
                </c:pt>
                <c:pt idx="9">
                  <c:v>13.53</c:v>
                </c:pt>
                <c:pt idx="10">
                  <c:v>13.81</c:v>
                </c:pt>
                <c:pt idx="11">
                  <c:v>13.89</c:v>
                </c:pt>
                <c:pt idx="12">
                  <c:v>14.21</c:v>
                </c:pt>
                <c:pt idx="13">
                  <c:v>14.72</c:v>
                </c:pt>
                <c:pt idx="14">
                  <c:v>14.87</c:v>
                </c:pt>
                <c:pt idx="15">
                  <c:v>15.05</c:v>
                </c:pt>
                <c:pt idx="16">
                  <c:v>15.27</c:v>
                </c:pt>
                <c:pt idx="17">
                  <c:v>15.6</c:v>
                </c:pt>
                <c:pt idx="18">
                  <c:v>15.36</c:v>
                </c:pt>
                <c:pt idx="19">
                  <c:v>15.41</c:v>
                </c:pt>
                <c:pt idx="20">
                  <c:v>15.37</c:v>
                </c:pt>
                <c:pt idx="21">
                  <c:v>14.75</c:v>
                </c:pt>
                <c:pt idx="22">
                  <c:v>14.75</c:v>
                </c:pt>
                <c:pt idx="23">
                  <c:v>14.46</c:v>
                </c:pt>
                <c:pt idx="24">
                  <c:v>14.48</c:v>
                </c:pt>
                <c:pt idx="25">
                  <c:v>14.99</c:v>
                </c:pt>
                <c:pt idx="26">
                  <c:v>15.64</c:v>
                </c:pt>
                <c:pt idx="27">
                  <c:v>16.510000000000002</c:v>
                </c:pt>
                <c:pt idx="28">
                  <c:v>16.88</c:v>
                </c:pt>
                <c:pt idx="29">
                  <c:v>17.079999999999998</c:v>
                </c:pt>
                <c:pt idx="30">
                  <c:v>17.14</c:v>
                </c:pt>
                <c:pt idx="31">
                  <c:v>17.32</c:v>
                </c:pt>
                <c:pt idx="32">
                  <c:v>17.79</c:v>
                </c:pt>
                <c:pt idx="33">
                  <c:v>17.940000000000001</c:v>
                </c:pt>
                <c:pt idx="34">
                  <c:v>18.02</c:v>
                </c:pt>
                <c:pt idx="35">
                  <c:v>17.78</c:v>
                </c:pt>
                <c:pt idx="36">
                  <c:v>17.36</c:v>
                </c:pt>
                <c:pt idx="37">
                  <c:v>16.95</c:v>
                </c:pt>
                <c:pt idx="38">
                  <c:v>16.7</c:v>
                </c:pt>
                <c:pt idx="39">
                  <c:v>16.59</c:v>
                </c:pt>
                <c:pt idx="40">
                  <c:v>16.59</c:v>
                </c:pt>
                <c:pt idx="41">
                  <c:v>16.55</c:v>
                </c:pt>
                <c:pt idx="42">
                  <c:v>16.47</c:v>
                </c:pt>
                <c:pt idx="43">
                  <c:v>16.670000000000002</c:v>
                </c:pt>
                <c:pt idx="44">
                  <c:v>16.600000000000001</c:v>
                </c:pt>
                <c:pt idx="45">
                  <c:v>16.420000000000002</c:v>
                </c:pt>
                <c:pt idx="46">
                  <c:v>16.46</c:v>
                </c:pt>
                <c:pt idx="47">
                  <c:v>16.71</c:v>
                </c:pt>
                <c:pt idx="48">
                  <c:v>16.52</c:v>
                </c:pt>
                <c:pt idx="49">
                  <c:v>16.11</c:v>
                </c:pt>
                <c:pt idx="50">
                  <c:v>15.78</c:v>
                </c:pt>
                <c:pt idx="51">
                  <c:v>15.15</c:v>
                </c:pt>
                <c:pt idx="52">
                  <c:v>15.27</c:v>
                </c:pt>
                <c:pt idx="53">
                  <c:v>15.41</c:v>
                </c:pt>
                <c:pt idx="54">
                  <c:v>15.35</c:v>
                </c:pt>
                <c:pt idx="55">
                  <c:v>15.29</c:v>
                </c:pt>
                <c:pt idx="56">
                  <c:v>14.97</c:v>
                </c:pt>
                <c:pt idx="57">
                  <c:v>14.85</c:v>
                </c:pt>
                <c:pt idx="58">
                  <c:v>14.53</c:v>
                </c:pt>
                <c:pt idx="59">
                  <c:v>14.2</c:v>
                </c:pt>
                <c:pt idx="60">
                  <c:v>13.86</c:v>
                </c:pt>
                <c:pt idx="61">
                  <c:v>13.47</c:v>
                </c:pt>
                <c:pt idx="62">
                  <c:v>13.11</c:v>
                </c:pt>
                <c:pt idx="63">
                  <c:v>12.84</c:v>
                </c:pt>
                <c:pt idx="64">
                  <c:v>12.55</c:v>
                </c:pt>
                <c:pt idx="65">
                  <c:v>12.48</c:v>
                </c:pt>
                <c:pt idx="66">
                  <c:v>12.51</c:v>
                </c:pt>
                <c:pt idx="67">
                  <c:v>12.44</c:v>
                </c:pt>
                <c:pt idx="68">
                  <c:v>12.27</c:v>
                </c:pt>
                <c:pt idx="69">
                  <c:v>12.06</c:v>
                </c:pt>
                <c:pt idx="70">
                  <c:v>11.84</c:v>
                </c:pt>
                <c:pt idx="71">
                  <c:v>11.97</c:v>
                </c:pt>
                <c:pt idx="72">
                  <c:v>12.01</c:v>
                </c:pt>
                <c:pt idx="73">
                  <c:v>12.1</c:v>
                </c:pt>
                <c:pt idx="74">
                  <c:v>12.23</c:v>
                </c:pt>
                <c:pt idx="75">
                  <c:v>12.15</c:v>
                </c:pt>
                <c:pt idx="76">
                  <c:v>12.24</c:v>
                </c:pt>
                <c:pt idx="77">
                  <c:v>12.2</c:v>
                </c:pt>
                <c:pt idx="78">
                  <c:v>12.31</c:v>
                </c:pt>
                <c:pt idx="79">
                  <c:v>12.41</c:v>
                </c:pt>
                <c:pt idx="80">
                  <c:v>12.48</c:v>
                </c:pt>
                <c:pt idx="81">
                  <c:v>12.45</c:v>
                </c:pt>
                <c:pt idx="82">
                  <c:v>12.35</c:v>
                </c:pt>
                <c:pt idx="83">
                  <c:v>12.43</c:v>
                </c:pt>
                <c:pt idx="84">
                  <c:v>12.45</c:v>
                </c:pt>
                <c:pt idx="85">
                  <c:v>12.52</c:v>
                </c:pt>
                <c:pt idx="86">
                  <c:v>12.5</c:v>
                </c:pt>
                <c:pt idx="87">
                  <c:v>12.36</c:v>
                </c:pt>
                <c:pt idx="88">
                  <c:v>12.27</c:v>
                </c:pt>
                <c:pt idx="89">
                  <c:v>12.11</c:v>
                </c:pt>
                <c:pt idx="90">
                  <c:v>12.15</c:v>
                </c:pt>
                <c:pt idx="91">
                  <c:v>12.1</c:v>
                </c:pt>
                <c:pt idx="92">
                  <c:v>12.01</c:v>
                </c:pt>
                <c:pt idx="93">
                  <c:v>11.88</c:v>
                </c:pt>
                <c:pt idx="94">
                  <c:v>11.79</c:v>
                </c:pt>
                <c:pt idx="95">
                  <c:v>12.1</c:v>
                </c:pt>
                <c:pt idx="96">
                  <c:v>12.34</c:v>
                </c:pt>
                <c:pt idx="97">
                  <c:v>12.67</c:v>
                </c:pt>
                <c:pt idx="98">
                  <c:v>13.13</c:v>
                </c:pt>
                <c:pt idx="99">
                  <c:v>13.53</c:v>
                </c:pt>
                <c:pt idx="100">
                  <c:v>13.91</c:v>
                </c:pt>
                <c:pt idx="101">
                  <c:v>14.18</c:v>
                </c:pt>
                <c:pt idx="102">
                  <c:v>14.69</c:v>
                </c:pt>
                <c:pt idx="103">
                  <c:v>14.92</c:v>
                </c:pt>
                <c:pt idx="104">
                  <c:v>15.08</c:v>
                </c:pt>
                <c:pt idx="105">
                  <c:v>15.35</c:v>
                </c:pt>
                <c:pt idx="106">
                  <c:v>15.26</c:v>
                </c:pt>
                <c:pt idx="107">
                  <c:v>15.28</c:v>
                </c:pt>
                <c:pt idx="108">
                  <c:v>15.17</c:v>
                </c:pt>
                <c:pt idx="109">
                  <c:v>14.86</c:v>
                </c:pt>
                <c:pt idx="110">
                  <c:v>14.55</c:v>
                </c:pt>
                <c:pt idx="111">
                  <c:v>14.23</c:v>
                </c:pt>
                <c:pt idx="112">
                  <c:v>14.1</c:v>
                </c:pt>
                <c:pt idx="113">
                  <c:v>13.91</c:v>
                </c:pt>
                <c:pt idx="114">
                  <c:v>13.77</c:v>
                </c:pt>
                <c:pt idx="115">
                  <c:v>13.79</c:v>
                </c:pt>
                <c:pt idx="116">
                  <c:v>13.69</c:v>
                </c:pt>
                <c:pt idx="117">
                  <c:v>13.73</c:v>
                </c:pt>
                <c:pt idx="118">
                  <c:v>13.7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24-45F1-A888-87731E388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6"/>
        <c:tickMarkSkip val="16"/>
        <c:noMultiLvlLbl val="0"/>
      </c:catAx>
      <c:valAx>
        <c:axId val="2140495176"/>
        <c:scaling>
          <c:orientation val="minMax"/>
          <c:max val="20"/>
          <c:min val="1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Países da OCDE e parceiros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Irlanda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E47-47EF-865C-509AE33E89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Austrália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E47-47EF-865C-509AE33E89C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Coreia do Sul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E47-47EF-865C-509AE33E89C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Chile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E47-47EF-865C-509AE33E89C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Suíça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E47-47EF-865C-509AE33E89C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EUA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E47-47EF-865C-509AE33E89C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Noruega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E47-47EF-865C-509AE33E89C9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Colômbia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E47-47EF-865C-509AE33E89C9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México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Sheet1!$A$2:$A$41</c:f>
              <c:numCache>
                <c:formatCode>General</c:formatCode>
                <c:ptCount val="40"/>
                <c:pt idx="0">
                  <c:v>469.2</c:v>
                </c:pt>
                <c:pt idx="1">
                  <c:v>408.9</c:v>
                </c:pt>
                <c:pt idx="2">
                  <c:v>380.7</c:v>
                </c:pt>
                <c:pt idx="3">
                  <c:v>377.3</c:v>
                </c:pt>
                <c:pt idx="4">
                  <c:v>368.6</c:v>
                </c:pt>
                <c:pt idx="5">
                  <c:v>347.9</c:v>
                </c:pt>
                <c:pt idx="6">
                  <c:v>343.3</c:v>
                </c:pt>
                <c:pt idx="7">
                  <c:v>334.8</c:v>
                </c:pt>
                <c:pt idx="8">
                  <c:v>319.5</c:v>
                </c:pt>
                <c:pt idx="9">
                  <c:v>318.7</c:v>
                </c:pt>
                <c:pt idx="10">
                  <c:v>315.2</c:v>
                </c:pt>
                <c:pt idx="11">
                  <c:v>302.2</c:v>
                </c:pt>
                <c:pt idx="12">
                  <c:v>293.89999999999998</c:v>
                </c:pt>
                <c:pt idx="13">
                  <c:v>272.10000000000002</c:v>
                </c:pt>
                <c:pt idx="14">
                  <c:v>268.5</c:v>
                </c:pt>
                <c:pt idx="15">
                  <c:v>267.89999999999998</c:v>
                </c:pt>
                <c:pt idx="16">
                  <c:v>265.89999999999998</c:v>
                </c:pt>
                <c:pt idx="17">
                  <c:v>265.39999999999998</c:v>
                </c:pt>
                <c:pt idx="18">
                  <c:v>264.60000000000002</c:v>
                </c:pt>
                <c:pt idx="19">
                  <c:v>239</c:v>
                </c:pt>
                <c:pt idx="20">
                  <c:v>237.8</c:v>
                </c:pt>
                <c:pt idx="21">
                  <c:v>235.9</c:v>
                </c:pt>
                <c:pt idx="22">
                  <c:v>235.1</c:v>
                </c:pt>
                <c:pt idx="23">
                  <c:v>220.4</c:v>
                </c:pt>
                <c:pt idx="24">
                  <c:v>214.4</c:v>
                </c:pt>
                <c:pt idx="25">
                  <c:v>214.3</c:v>
                </c:pt>
                <c:pt idx="26">
                  <c:v>211.1</c:v>
                </c:pt>
                <c:pt idx="27">
                  <c:v>208.6</c:v>
                </c:pt>
                <c:pt idx="28">
                  <c:v>196.4</c:v>
                </c:pt>
                <c:pt idx="29">
                  <c:v>194.9</c:v>
                </c:pt>
                <c:pt idx="30">
                  <c:v>187.4</c:v>
                </c:pt>
                <c:pt idx="31">
                  <c:v>185.7</c:v>
                </c:pt>
                <c:pt idx="32">
                  <c:v>178.3</c:v>
                </c:pt>
                <c:pt idx="33">
                  <c:v>177.1</c:v>
                </c:pt>
                <c:pt idx="34">
                  <c:v>166.4</c:v>
                </c:pt>
                <c:pt idx="35">
                  <c:v>163.5</c:v>
                </c:pt>
                <c:pt idx="36">
                  <c:v>161.5</c:v>
                </c:pt>
                <c:pt idx="37">
                  <c:v>145.5</c:v>
                </c:pt>
                <c:pt idx="38">
                  <c:v>143.69999999999999</c:v>
                </c:pt>
                <c:pt idx="39">
                  <c:v>143.30000000000001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94.474999999999994</c:v>
                </c:pt>
                <c:pt idx="1">
                  <c:v>61.485999999999997</c:v>
                </c:pt>
                <c:pt idx="2">
                  <c:v>45.075000000000003</c:v>
                </c:pt>
                <c:pt idx="3">
                  <c:v>47.901000000000003</c:v>
                </c:pt>
                <c:pt idx="4">
                  <c:v>45.061</c:v>
                </c:pt>
                <c:pt idx="5">
                  <c:v>60.773000000000003</c:v>
                </c:pt>
                <c:pt idx="6">
                  <c:v>37.048000000000002</c:v>
                </c:pt>
                <c:pt idx="7">
                  <c:v>14.617000000000001</c:v>
                </c:pt>
                <c:pt idx="8">
                  <c:v>41.881999999999998</c:v>
                </c:pt>
                <c:pt idx="9">
                  <c:v>39.683</c:v>
                </c:pt>
                <c:pt idx="10">
                  <c:v>41.414999999999999</c:v>
                </c:pt>
                <c:pt idx="11">
                  <c:v>45.959000000000003</c:v>
                </c:pt>
                <c:pt idx="12">
                  <c:v>93.018000000000001</c:v>
                </c:pt>
                <c:pt idx="13">
                  <c:v>44.027999999999999</c:v>
                </c:pt>
                <c:pt idx="14">
                  <c:v>66.856999999999999</c:v>
                </c:pt>
                <c:pt idx="15">
                  <c:v>83.486999999999995</c:v>
                </c:pt>
                <c:pt idx="16">
                  <c:v>54.316000000000003</c:v>
                </c:pt>
                <c:pt idx="17">
                  <c:v>29.245000000000001</c:v>
                </c:pt>
                <c:pt idx="18">
                  <c:v>22.664000000000001</c:v>
                </c:pt>
                <c:pt idx="19">
                  <c:v>6.8650000000000002</c:v>
                </c:pt>
                <c:pt idx="20">
                  <c:v>59.054000000000002</c:v>
                </c:pt>
                <c:pt idx="21">
                  <c:v>17.853999999999999</c:v>
                </c:pt>
                <c:pt idx="22">
                  <c:v>26.135000000000002</c:v>
                </c:pt>
                <c:pt idx="23">
                  <c:v>21.495000000000001</c:v>
                </c:pt>
                <c:pt idx="24">
                  <c:v>51.174999999999997</c:v>
                </c:pt>
                <c:pt idx="25">
                  <c:v>34.508000000000003</c:v>
                </c:pt>
                <c:pt idx="26">
                  <c:v>45.02</c:v>
                </c:pt>
                <c:pt idx="27">
                  <c:v>18.001000000000001</c:v>
                </c:pt>
                <c:pt idx="28">
                  <c:v>15.395</c:v>
                </c:pt>
                <c:pt idx="29">
                  <c:v>12.46</c:v>
                </c:pt>
                <c:pt idx="30">
                  <c:v>10.284000000000001</c:v>
                </c:pt>
                <c:pt idx="31">
                  <c:v>20.077999999999999</c:v>
                </c:pt>
                <c:pt idx="32">
                  <c:v>15.053000000000001</c:v>
                </c:pt>
                <c:pt idx="33">
                  <c:v>19.204999999999998</c:v>
                </c:pt>
                <c:pt idx="34">
                  <c:v>20.449000000000002</c:v>
                </c:pt>
                <c:pt idx="35">
                  <c:v>6.7320000000000002</c:v>
                </c:pt>
                <c:pt idx="36">
                  <c:v>16.542999999999999</c:v>
                </c:pt>
                <c:pt idx="37">
                  <c:v>10.127000000000001</c:v>
                </c:pt>
                <c:pt idx="38">
                  <c:v>19.776</c:v>
                </c:pt>
                <c:pt idx="39">
                  <c:v>16.376000000000001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E47-47EF-865C-509AE33E89C9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Brasil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Brasil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Sheet1!$A$44:$A$44</c:f>
              <c:numCache>
                <c:formatCode>General</c:formatCode>
                <c:ptCount val="1"/>
                <c:pt idx="0">
                  <c:v>117.5</c:v>
                </c:pt>
              </c:numCache>
            </c:numRef>
          </c:xVal>
          <c:yVal>
            <c:numRef>
              <c:f>Sheet1!$B$44:$B$44</c:f>
              <c:numCache>
                <c:formatCode>General</c:formatCode>
                <c:ptCount val="1"/>
                <c:pt idx="0">
                  <c:v>9.5670000000000002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DE47-47EF-865C-509AE33E89C9}"/>
            </c:ext>
          </c:extLst>
        </c:ser>
        <c:ser>
          <c:idx val="2"/>
          <c:order val="2"/>
          <c:tx>
            <c:strRef>
              <c:f>Sheet1!$B$46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Sheet1!$A$47:$A$48</c:f>
              <c:numCache>
                <c:formatCode>General</c:formatCode>
                <c:ptCount val="2"/>
                <c:pt idx="0">
                  <c:v>100</c:v>
                </c:pt>
                <c:pt idx="1">
                  <c:v>500</c:v>
                </c:pt>
              </c:numCache>
            </c:numRef>
          </c:xVal>
          <c:yVal>
            <c:numRef>
              <c:f>Sheet1!$B$47:$B$48</c:f>
              <c:numCache>
                <c:formatCode>General</c:formatCode>
                <c:ptCount val="2"/>
                <c:pt idx="0">
                  <c:v>6.3320210273520914</c:v>
                </c:pt>
                <c:pt idx="1">
                  <c:v>81.800157069672252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DE47-47EF-865C-509AE33E8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00"/>
          <c:min val="0"/>
        </c:scaling>
        <c:delete val="0"/>
        <c:axPos val="b"/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Demais 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PR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B0-4484-8AB3-2FA5BF4A25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SP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B0-4484-8AB3-2FA5BF4A258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B0-4484-8AB3-2FA5BF4A258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RJ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B0-4484-8AB3-2FA5BF4A258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B0-4484-8AB3-2FA5BF4A258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B0-4484-8AB3-2FA5BF4A258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B0-4484-8AB3-2FA5BF4A258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TO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B0-4484-8AB3-2FA5BF4A258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BA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3B0-4484-8AB3-2FA5BF4A258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B0-4484-8AB3-2FA5BF4A258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3B0-4484-8AB3-2FA5BF4A258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Sheet1!$A$2:$A$26</c:f>
              <c:numCache>
                <c:formatCode>General</c:formatCode>
                <c:ptCount val="25"/>
                <c:pt idx="0">
                  <c:v>62.73</c:v>
                </c:pt>
                <c:pt idx="1">
                  <c:v>54.43</c:v>
                </c:pt>
                <c:pt idx="2">
                  <c:v>52.72</c:v>
                </c:pt>
                <c:pt idx="3">
                  <c:v>46.24</c:v>
                </c:pt>
                <c:pt idx="4">
                  <c:v>43.05</c:v>
                </c:pt>
                <c:pt idx="5">
                  <c:v>42.93</c:v>
                </c:pt>
                <c:pt idx="6">
                  <c:v>38.700000000000003</c:v>
                </c:pt>
                <c:pt idx="7">
                  <c:v>34.229999999999997</c:v>
                </c:pt>
                <c:pt idx="8">
                  <c:v>31.98</c:v>
                </c:pt>
                <c:pt idx="9">
                  <c:v>30.65</c:v>
                </c:pt>
                <c:pt idx="10">
                  <c:v>30.65</c:v>
                </c:pt>
                <c:pt idx="11">
                  <c:v>29.87</c:v>
                </c:pt>
                <c:pt idx="12">
                  <c:v>28.5</c:v>
                </c:pt>
                <c:pt idx="13">
                  <c:v>28.01</c:v>
                </c:pt>
                <c:pt idx="14">
                  <c:v>27.42</c:v>
                </c:pt>
                <c:pt idx="15">
                  <c:v>26.34</c:v>
                </c:pt>
                <c:pt idx="16">
                  <c:v>25.04</c:v>
                </c:pt>
                <c:pt idx="17">
                  <c:v>24.97</c:v>
                </c:pt>
                <c:pt idx="18">
                  <c:v>23.51</c:v>
                </c:pt>
                <c:pt idx="19">
                  <c:v>23.42</c:v>
                </c:pt>
                <c:pt idx="20">
                  <c:v>19.420000000000002</c:v>
                </c:pt>
                <c:pt idx="21">
                  <c:v>19.34</c:v>
                </c:pt>
                <c:pt idx="22">
                  <c:v>16.96</c:v>
                </c:pt>
                <c:pt idx="23">
                  <c:v>15.29</c:v>
                </c:pt>
                <c:pt idx="24">
                  <c:v>12.56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57.081000000000003</c:v>
                </c:pt>
                <c:pt idx="1">
                  <c:v>75.131</c:v>
                </c:pt>
                <c:pt idx="2">
                  <c:v>45.746000000000002</c:v>
                </c:pt>
                <c:pt idx="3">
                  <c:v>68.135000000000005</c:v>
                </c:pt>
                <c:pt idx="4">
                  <c:v>57.93</c:v>
                </c:pt>
                <c:pt idx="5">
                  <c:v>51.478000000000002</c:v>
                </c:pt>
                <c:pt idx="6">
                  <c:v>64.072999999999993</c:v>
                </c:pt>
                <c:pt idx="7">
                  <c:v>41.04</c:v>
                </c:pt>
                <c:pt idx="8">
                  <c:v>29.064</c:v>
                </c:pt>
                <c:pt idx="9">
                  <c:v>29.542999999999999</c:v>
                </c:pt>
                <c:pt idx="10">
                  <c:v>72.254999999999995</c:v>
                </c:pt>
                <c:pt idx="11">
                  <c:v>23.509</c:v>
                </c:pt>
                <c:pt idx="12">
                  <c:v>38.154000000000003</c:v>
                </c:pt>
                <c:pt idx="13">
                  <c:v>46.292000000000002</c:v>
                </c:pt>
                <c:pt idx="14">
                  <c:v>29.608000000000001</c:v>
                </c:pt>
                <c:pt idx="15">
                  <c:v>43.933999999999997</c:v>
                </c:pt>
                <c:pt idx="16">
                  <c:v>25.253</c:v>
                </c:pt>
                <c:pt idx="17">
                  <c:v>26.651</c:v>
                </c:pt>
                <c:pt idx="18">
                  <c:v>28.428000000000001</c:v>
                </c:pt>
                <c:pt idx="19">
                  <c:v>35.064</c:v>
                </c:pt>
                <c:pt idx="20">
                  <c:v>29.992999999999999</c:v>
                </c:pt>
                <c:pt idx="21">
                  <c:v>24.04</c:v>
                </c:pt>
                <c:pt idx="22">
                  <c:v>27.866</c:v>
                </c:pt>
                <c:pt idx="23">
                  <c:v>21.308</c:v>
                </c:pt>
                <c:pt idx="24">
                  <c:v>36.137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23B0-4484-8AB3-2FA5BF4A258A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Sheet1!$A$29:$A$29</c:f>
              <c:numCache>
                <c:formatCode>General</c:formatCode>
                <c:ptCount val="1"/>
                <c:pt idx="0">
                  <c:v>49.97</c:v>
                </c:pt>
              </c:numCache>
            </c:numRef>
          </c:xVal>
          <c:yVal>
            <c:numRef>
              <c:f>Sheet1!$B$29:$B$29</c:f>
              <c:numCache>
                <c:formatCode>General</c:formatCode>
                <c:ptCount val="1"/>
                <c:pt idx="0">
                  <c:v>64.763000000000005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23B0-4484-8AB3-2FA5BF4A258A}"/>
            </c:ext>
          </c:extLst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Sheet1!$A$32:$A$33</c:f>
              <c:numCache>
                <c:formatCode>General</c:formatCode>
                <c:ptCount val="2"/>
                <c:pt idx="0">
                  <c:v>10</c:v>
                </c:pt>
                <c:pt idx="1">
                  <c:v>65</c:v>
                </c:pt>
              </c:numCache>
            </c:numRef>
          </c:xVal>
          <c:yVal>
            <c:numRef>
              <c:f>Sheet1!$B$32:$B$33</c:f>
              <c:numCache>
                <c:formatCode>General</c:formatCode>
                <c:ptCount val="2"/>
                <c:pt idx="0">
                  <c:v>20.955448576471028</c:v>
                </c:pt>
                <c:pt idx="1">
                  <c:v>72.982271397272228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23B0-4484-8AB3-2FA5BF4A2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70"/>
          <c:min val="0"/>
        </c:scaling>
        <c:delete val="0"/>
        <c:axPos val="b"/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P&amp;D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7868-4750-B5F7-C67F64725AE2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7868-4750-B5F7-C67F64725AE2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7868-4750-B5F7-C67F64725AE2}"/>
              </c:ext>
            </c:extLst>
          </c:dPt>
          <c:dPt>
            <c:idx val="3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7-7868-4750-B5F7-C67F64725AE2}"/>
              </c:ext>
            </c:extLst>
          </c:dPt>
          <c:dPt>
            <c:idx val="4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9-7868-4750-B5F7-C67F64725AE2}"/>
              </c:ext>
            </c:extLst>
          </c:dPt>
          <c:dPt>
            <c:idx val="5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B-7868-4750-B5F7-C67F64725AE2}"/>
              </c:ext>
            </c:extLst>
          </c:dPt>
          <c:dPt>
            <c:idx val="6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D-7868-4750-B5F7-C67F64725AE2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7868-4750-B5F7-C67F64725AE2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7868-4750-B5F7-C67F64725AE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7868-4750-B5F7-C67F64725AE2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7868-4750-B5F7-C67F64725AE2}"/>
              </c:ext>
            </c:extLst>
          </c:dPt>
          <c:dPt>
            <c:idx val="1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7-7868-4750-B5F7-C67F64725AE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68-4750-B5F7-C67F64725AE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68-4750-B5F7-C67F64725AE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68-4750-B5F7-C67F64725AE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68-4750-B5F7-C67F64725AE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8-4750-B5F7-C67F64725AE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868-4750-B5F7-C67F64725AE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868-4750-B5F7-C67F64725AE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868-4750-B5F7-C67F64725AE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868-4750-B5F7-C67F64725AE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868-4750-B5F7-C67F64725AE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868-4750-B5F7-C67F64725AE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868-4750-B5F7-C67F64725AE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Coreia do Sul</c:v>
                </c:pt>
                <c:pt idx="1">
                  <c:v>EUA</c:v>
                </c:pt>
                <c:pt idx="2">
                  <c:v>Japão</c:v>
                </c:pt>
                <c:pt idx="3">
                  <c:v>Alemanha</c:v>
                </c:pt>
                <c:pt idx="4">
                  <c:v>OCDE</c:v>
                </c:pt>
                <c:pt idx="5">
                  <c:v>Mundo</c:v>
                </c:pt>
                <c:pt idx="6">
                  <c:v>China</c:v>
                </c:pt>
                <c:pt idx="7">
                  <c:v>Polônia</c:v>
                </c:pt>
                <c:pt idx="8">
                  <c:v>Turquia</c:v>
                </c:pt>
                <c:pt idx="9">
                  <c:v>Brasil</c:v>
                </c:pt>
                <c:pt idx="10">
                  <c:v>Chile</c:v>
                </c:pt>
                <c:pt idx="11">
                  <c:v>México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4.9400000000000004</c:v>
                </c:pt>
                <c:pt idx="1">
                  <c:v>3.45</c:v>
                </c:pt>
                <c:pt idx="2">
                  <c:v>3.44</c:v>
                </c:pt>
                <c:pt idx="3">
                  <c:v>3.15</c:v>
                </c:pt>
                <c:pt idx="4">
                  <c:v>2.93</c:v>
                </c:pt>
                <c:pt idx="5">
                  <c:v>2.6</c:v>
                </c:pt>
                <c:pt idx="6">
                  <c:v>2.58</c:v>
                </c:pt>
                <c:pt idx="7">
                  <c:v>1.56</c:v>
                </c:pt>
                <c:pt idx="8">
                  <c:v>1.42</c:v>
                </c:pt>
                <c:pt idx="9">
                  <c:v>1.19</c:v>
                </c:pt>
                <c:pt idx="10">
                  <c:v>0.39</c:v>
                </c:pt>
                <c:pt idx="1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7868-4750-B5F7-C67F64725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.0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744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42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781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01 Cenário externo.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Crescimento mundial, risco geopolítico, petróleo, câmbio e comércio exterior de SC.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02 Atividade, indústria e emprego.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PIB, produção industrial, Santa Catarina e mercado de trabalho.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03 Inflação, juros e consumo.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Política monetária, juro real, endividamento e consumo das famílias.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04 Contas públicas.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Resultado primário de 2027 e trajetória da dívida.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05 Longo prazo.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Demografia, produtividade, investimento, indústria, formação e inovação.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400" dirty="0">
                <a:solidFill>
                  <a:srgbClr val="0240CA"/>
                </a:solidFill>
                <a:latin typeface="Montserrat SemiBold"/>
              </a:rPr>
              <a:t>06 Agenda 2027.</a:t>
            </a:r>
            <a:r>
              <a:rPr lang="pt-BR" sz="1400" dirty="0">
                <a:solidFill>
                  <a:srgbClr val="1E1E29"/>
                </a:solidFill>
                <a:latin typeface="Montserrat"/>
              </a:rPr>
              <a:t> O que acompanhar, balanço de riscos e mensagens finais.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566819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Economia mundial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desacelera em 2026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6576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  <p:extLst>
      <p:ext uri="{BB962C8B-B14F-4D97-AF65-F5344CB8AC3E}">
        <p14:creationId xmlns:p14="http://schemas.microsoft.com/office/powerpoint/2010/main" val="265305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Risco geopolítico no maior nível em mais de 20 anos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Índice de risco geopolítico (</a:t>
            </a:r>
            <a:r>
              <a:rPr lang="pt-BR" sz="1150" noProof="0" dirty="0" err="1">
                <a:solidFill>
                  <a:srgbClr val="0240CA"/>
                </a:solidFill>
                <a:latin typeface="Montserrat SemiBold"/>
              </a:rPr>
              <a:t>jan</a:t>
            </a: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/00-set/26)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CALDARA E IACOVIELLO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Com o conflito no Oriente Médio, o índice chegou a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330 pontos em mar/26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o maior nível desde a Guerra do Iraque e acima do pico da invasão da Ucrânia (319).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A média de 2026 é de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188 pontos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quase o dobro da de 2000-2019 (105).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Mais risco geopolítico significa mais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incerteza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prêmios de risco e preços de energia: é o pano de fundo do choque do petróleo.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noProof="0" dirty="0">
                <a:solidFill>
                  <a:srgbClr val="0240CA"/>
                </a:solidFill>
                <a:latin typeface="Montserrat"/>
              </a:rPr>
              <a:t>Média de 1985-2019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394960" cy="301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007791"/>
            <a:ext cx="2310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noProof="0" dirty="0">
                <a:solidFill>
                  <a:srgbClr val="0240CA"/>
                </a:solidFill>
                <a:latin typeface="Montserrat"/>
              </a:rPr>
              <a:t>Índice calculado pela frequência de notícias sobre tensões, ameaças e atos de guerra em 10 jornais internacionais.</a:t>
            </a:r>
          </a:p>
        </p:txBody>
      </p:sp>
    </p:spTree>
    <p:extLst>
      <p:ext uri="{BB962C8B-B14F-4D97-AF65-F5344CB8AC3E}">
        <p14:creationId xmlns:p14="http://schemas.microsoft.com/office/powerpoint/2010/main" val="410296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Petróleo volta a superar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46884"/>
              </p:ext>
            </p:extLst>
          </p:nvPr>
        </p:nvGraphicFramePr>
        <p:xfrm>
          <a:off x="285403" y="1635070"/>
          <a:ext cx="5401888" cy="2874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386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Câmbio resiste ao choque externo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Como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moeda de commodity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ganha com a alta do petróleo e amortece o repasse do choque externo.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205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SC amplia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MDIC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  <p:extLst>
      <p:ext uri="{BB962C8B-B14F-4D97-AF65-F5344CB8AC3E}">
        <p14:creationId xmlns:p14="http://schemas.microsoft.com/office/powerpoint/2010/main" val="54668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240CA"/>
                </a:solidFill>
                <a:latin typeface="Montserrat"/>
              </a:rPr>
              <a:t>Pouso suave ? </a:t>
            </a:r>
            <a:r>
              <a:rPr sz="2000" b="0">
                <a:solidFill>
                  <a:srgbClr val="0240CA"/>
                </a:solidFill>
                <a:latin typeface="Montserrat"/>
              </a:rPr>
              <a:t>consumo e investimento perdem fôlego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Valor observado e projeção do PIB (1T20-4T27*)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Crescimento acumulado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Expectativas: mediana do Focus de 23/10/2026 (trimestral e anual). Potencial: referência de 2% ao ano.</a:t>
            </a:r>
          </a:p>
        </p:txBody>
      </p:sp>
      <p:sp>
        <p:nvSpPr>
          <p:cNvPr id="345" name="tabela_titulo"/>
          <p:cNvSpPr txBox="1"/>
          <p:nvPr/>
        </p:nvSpPr>
        <p:spPr>
          <a:xfrm>
            <a:off x="5806440" y="1256964"/>
            <a:ext cx="3017520" cy="18242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50">
                <a:solidFill>
                  <a:srgbClr val="0240CA"/>
                </a:solidFill>
                <a:latin typeface="Montserrat SemiBold"/>
              </a:rPr>
              <a:t>Crescimento por componente do PIB</a:t>
            </a:r>
          </a:p>
        </p:txBody>
      </p:sp>
      <p:sp>
        <p:nvSpPr>
          <p:cNvPr id="346" name="tabela_unidade"/>
          <p:cNvSpPr txBox="1"/>
          <p:nvPr/>
        </p:nvSpPr>
        <p:spPr>
          <a:xfrm>
            <a:off x="5806440" y="1492274"/>
            <a:ext cx="3017520" cy="14279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7" name="tabela_componentes"/>
          <p:cNvGraphicFramePr>
            <a:graphicFrameLocks noGrp="1"/>
          </p:cNvGraphicFramePr>
          <p:nvPr/>
        </p:nvGraphicFramePr>
        <p:xfrm>
          <a:off x="5479473" y="1658389"/>
          <a:ext cx="3442854" cy="2468880"/>
        </p:xfrm>
        <a:graphic>
          <a:graphicData uri="http://schemas.openxmlformats.org/drawingml/2006/table">
            <a:tbl>
              <a:tblPr/>
              <a:tblGrid>
                <a:gridCol w="602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rowSpan="3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OFERTA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Agropecuária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-3,7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Indústria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Serviços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rowSpan="5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DEMANDA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das famílias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do governo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FBCF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0,9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Exportação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Importação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15,6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PIB - Total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3,4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2,3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8" name="projecoes_pib"/>
          <p:cNvSpPr txBox="1"/>
          <p:nvPr/>
        </p:nvSpPr>
        <p:spPr>
          <a:xfrm>
            <a:off x="6082145" y="4224528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50">
                <a:solidFill>
                  <a:srgbClr val="0240CA"/>
                </a:solidFill>
                <a:latin typeface="Montserrat SemiBold"/>
              </a:rPr>
              <a:t>Outras projeções para o PIB (2026 e 2027)</a:t>
            </a:r>
          </a:p>
          <a:p>
            <a:r>
              <a:rPr sz="850">
                <a:solidFill>
                  <a:srgbClr val="1E1E29"/>
                </a:solidFill>
                <a:latin typeface="Montserrat"/>
              </a:rPr>
              <a:t>BC: 1,8% e 1,4%   |   Ipea: 2,0% e 1,7%</a:t>
            </a:r>
          </a:p>
        </p:txBody>
      </p:sp>
    </p:spTree>
    <p:extLst>
      <p:ext uri="{BB962C8B-B14F-4D97-AF65-F5344CB8AC3E}">
        <p14:creationId xmlns:p14="http://schemas.microsoft.com/office/powerpoint/2010/main" val="355738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20040" y="493705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Indústria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da Transformação recua 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industrial do Brasil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 extrativa cresceu 6,3%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a produção de petróleo e gás, enquanto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transformação variou -0,5%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é o segmento mais exposto ao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crédito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à moderação da demanda interna: bens de capital e semi e não duráveis recuam; veículos são a exceção.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É a economia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duas velocidades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: setores pouco cíclicos sustentam o PIB, e os mais sensíveis aos juros perdem ritmo.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23473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Indústria catarinense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827334"/>
              </p:ext>
            </p:extLst>
          </p:nvPr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5773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Atividade em SC </a:t>
            </a: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9726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Desemprego nas mínimas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06185" y="163507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9782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Inflação acima do teto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; o Focus espera 13,25% no fim de 2026 e 11,75% em 2027. Pelo BC, a chance de o IPCA superar o teto cai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90% em 2026 para 33%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Cenário de referência do RPM de set/26. O descumprimento da meta exige seis meses seguidos fora do intervalo.</a:t>
            </a:r>
          </a:p>
        </p:txBody>
      </p:sp>
      <p:graphicFrame>
        <p:nvGraphicFramePr>
          <p:cNvPr id="345" name="tabela_componentes"/>
          <p:cNvGraphicFramePr>
            <a:graphicFrameLocks noGrp="1"/>
          </p:cNvGraphicFramePr>
          <p:nvPr/>
        </p:nvGraphicFramePr>
        <p:xfrm>
          <a:off x="6035040" y="3337560"/>
          <a:ext cx="2788920" cy="6583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Cenário do BC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IPCA no 4º trimestre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Chance de superar 4,5%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341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Juro real segue a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cima do neutro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Selic real ex-ante (jan/15-out/26)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FGV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39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Selic real está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8,8%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pico de 10,7% (fev/26) e acima 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 neutro de 5,0%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do BC.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cenário do BC, o juro real cai aos poucos, até 6,5% no fim do horizonte: a política monetária segue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contracionista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Isso ocorre pois a economia opera acima do potencial, com hiato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+0,4%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uso da capacidade da indústria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(média: 80%). O BC projeta hiato de -0,4% no início de 2028.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 meta deflacionada pela inflação esperada para 12 meses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3708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Juro neutro: taxa real que não estimula nem contrai a atividade. Hiato: diferença entre o PIB e o seu potencial.</a:t>
            </a:r>
          </a:p>
        </p:txBody>
      </p:sp>
    </p:spTree>
    <p:extLst>
      <p:ext uri="{BB962C8B-B14F-4D97-AF65-F5344CB8AC3E}">
        <p14:creationId xmlns:p14="http://schemas.microsoft.com/office/powerpoint/2010/main" val="2324626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Renda cresce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Ipea, pesam juros altos, apostas on-line (R$ 37 bilhões em 2025) 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eleitoral e geopolítica. Com a eleição definida, parte desse freio pode se dissipar.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08001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Comprometimento de renda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68815" cy="29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0586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Inadimplência das famílias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Parte da alta é regulatória: a Resolução CMN 4.966 responde por cerca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40% do aumento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da inadimplência da carteira total entre dez/24 e jun/26.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4955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Consumo em 2027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Fim da incerteza eleitoral.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Parte da poupança precaucional pode voltar ao consumo.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Incerteza remanescente.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Riscos fiscal e geopolítico mantêm a poupança precaucional.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654841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Governo e mercado divergem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  <p:extLst>
      <p:ext uri="{BB962C8B-B14F-4D97-AF65-F5344CB8AC3E}">
        <p14:creationId xmlns:p14="http://schemas.microsoft.com/office/powerpoint/2010/main" val="1127857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Dívida pública segue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independentemente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  <p:extLst>
      <p:ext uri="{BB962C8B-B14F-4D97-AF65-F5344CB8AC3E}">
        <p14:creationId xmlns:p14="http://schemas.microsoft.com/office/powerpoint/2010/main" val="3229753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Bônus demográfico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chega ao fim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Razão de dependência no Brasil (2000-2070*)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razão de dependência atingiu o mínimo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2017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(44,4 dependentes por 100 pessoas em idade ativa) e já voltou a subir: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45,9 em 2030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58,3 em 2050.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Os idosos passam a superar os jovens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2036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e a população deve parar de crescer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2041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220,4 milhões de habitantes.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menos gente entrando no mercado de trabalho, o crescimento passa a depender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Pessoas de 0 a 14 e de 65 anos ou mais por 100 pessoas de 15 a 64 anos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Projeção. Revisão 2024 das projeções populacionais do IBGE.</a:t>
            </a:r>
          </a:p>
        </p:txBody>
      </p:sp>
    </p:spTree>
    <p:extLst>
      <p:ext uri="{BB962C8B-B14F-4D97-AF65-F5344CB8AC3E}">
        <p14:creationId xmlns:p14="http://schemas.microsoft.com/office/powerpoint/2010/main" val="3885446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Produtividade do trabalho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0251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para crescer mais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Formação bruta de capital fixo (último ano disponível*)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(2026), 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16,5% do PIB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 trimestres até o 2T26), abaixo da média de 17,9% desde 1996, do pico de 21,0% em 2013 e da média mundial (25,6%).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doméstica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baixa: 14,4% do PIB, ante 26,1% no mundo. Sem poupança, o investimento depende de capital externo e de juros altos para atraí-lo.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Menos máquinas, infraestrutura e tecnologia por trabalhador significam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menos 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1083426" y="4294891"/>
            <a:ext cx="4056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00" b="1" dirty="0">
                <a:solidFill>
                  <a:srgbClr val="0240CA"/>
                </a:solidFill>
                <a:latin typeface="Montserrat"/>
              </a:rPr>
              <a:t>Gráfico: Banco Mundial, 2025 (China, Mundo, OCDE, EUA, 2024). Brasil : IBGE, preços correntes.</a:t>
            </a:r>
          </a:p>
        </p:txBody>
      </p:sp>
    </p:spTree>
    <p:extLst>
      <p:ext uri="{BB962C8B-B14F-4D97-AF65-F5344CB8AC3E}">
        <p14:creationId xmlns:p14="http://schemas.microsoft.com/office/powerpoint/2010/main" val="4226299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Crédito às empresas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custa mais de 24% ao ano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Juros do crédito livre às empresas e Selic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taxa média do crédito livre às empresas foi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24,2%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ago/26, com spread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11,1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sobre o custo de captação dos bancos.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Na comparação internacional, o spread bancário do Brasil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32,5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6,2 no México, 5,3 na Colômbia e 2,9 na China.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Além da Selic, o spread reflete inadimplência, tributos e custos de intermediação: reduzir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capital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agenda estrutural.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Selic: média mensal da meta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97762"/>
              </p:ext>
            </p:extLst>
          </p:nvPr>
        </p:nvGraphicFramePr>
        <p:xfrm>
          <a:off x="320040" y="1691639"/>
          <a:ext cx="5478087" cy="3014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14506" y="4009656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Spread internacional: juro dos empréstimos menos juro dos depósitos (Banco Mundial, Brasil 2024). Medida diferente do spread do BC.</a:t>
            </a:r>
          </a:p>
        </p:txBody>
      </p:sp>
    </p:spTree>
    <p:extLst>
      <p:ext uri="{BB962C8B-B14F-4D97-AF65-F5344CB8AC3E}">
        <p14:creationId xmlns:p14="http://schemas.microsoft.com/office/powerpoint/2010/main" val="2632713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Indústria de transformação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perde espaço na economia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Transformação no valor adicionado (4T96-2T26)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responde por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13,7% do valor adicionado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18,0% no pico de 2005 e média de 14,4% desde 1996.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proporção do PIB, o Brasil (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11,8%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) está abaixo da média mundial (14,9%) e longe de Coreia do Sul (27,4%), China (24,7%), México (20,0%) e Alemanha (17,6%).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indústria concentra investimento, inovação e exportações de maior valor: sua perda de espaço ajuda a explicar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 estagnada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preços correntes, somas de 4 trimestres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Comparação internacional: Banco Mundial, 2025.</a:t>
            </a:r>
          </a:p>
        </p:txBody>
      </p:sp>
    </p:spTree>
    <p:extLst>
      <p:ext uri="{BB962C8B-B14F-4D97-AF65-F5344CB8AC3E}">
        <p14:creationId xmlns:p14="http://schemas.microsoft.com/office/powerpoint/2010/main" val="3814452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Países que formam mais em STEM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Graduados STEM e PIB per capita (2024)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OCDE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relação positiva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entre graduados em STEM e renda per capita nos países da base da OCDE (correlação de 0,67, sem Luxemburgo). O Brasil é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41º de 42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graduados por 100 mil hab.; Y: PIB per capita, US$ mil de 2015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STEM: ciências naturais, matemática e estatística; TIC; engenharia, produção e construção (CINE 05-07), graduados do ensino superior. Luxemburgo fora do gráfico (75; US$ 104,1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011680"/>
          <a:ext cx="3291840" cy="25237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País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Graduados STEM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(US$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Irlanda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Austrália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Finlândia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Reino Unido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Canadá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Dinamarca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60,8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Coreia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Chile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Israel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320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França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319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39,7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 (41º)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118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9,6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538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UFs que formam mais engenheiros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Concluintes em engenharia e PIB per capita,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INEP (2026), IBGE (2026), OCDE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relação se repete entre as UFs (correlação de 0,73, sem o DF);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SC é a 4ª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Na base, o Brasil está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 atrás da OCDE em matemática no PISA 2025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cerca de 4,6 anos de escolaridade.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per capita, R$ mil (2023)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Graduação em cursos de engenharia (rótulo CINE), presencial e EAD, pela UF do curso. PIB a preços correntes. DF fora do gráfico (46,8; R$ 123,2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240280"/>
          <a:ext cx="329184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Concluintes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(R$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54,4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75,1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Minas Gerais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50,0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64,8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Distrito Federal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123,2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de Janeiro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68,1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Grande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Espírito Santo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Mato Grosso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64,1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Tocantins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41,2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201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pesquisa e desenvolvimento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Gasto em pesquisa e desenvolvimento (último ano disponível)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1,19% do PIB em P&amp;D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menos da metade das médias mundial (2,60%) e da OCDE (2,93%). A Coreia do Sul investe 4,94%.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China (2,58%), Polônia (1,56%) e Turquia (1,42%) já investem mais que 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Formar pessoas não basta: elevar a produtividade exige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 e inovação dentro das empresas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Banco Mundial, 2023 (Chile, 2022; México, 2024), com dados da Unesco.</a:t>
            </a:r>
          </a:p>
        </p:txBody>
      </p:sp>
    </p:spTree>
    <p:extLst>
      <p:ext uri="{BB962C8B-B14F-4D97-AF65-F5344CB8AC3E}">
        <p14:creationId xmlns:p14="http://schemas.microsoft.com/office/powerpoint/2010/main" val="1277412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Macroeconomia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Regra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Meta de superávit de 0,5% do PIB, gatilhos da LC 235 e revisão de despesas obrigatórias. Indicadores: resultado primário e dívida bruta.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e 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ritmo de corte da Selic depende de expectativas ancoradas e de credibilidade fiscal. Indicadores: Focus e comunicação do Copom.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 e 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Desenrola, proibição das apostas e juros menores aliviam o serviço da dívida. Indicador: comprometimento de renda.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Estrutura e ambiente externo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2027, a CBS substitui o PIS/Cofins, o IPI é zerado (exceto ZFM) e começa o Imposto Seletivo. Indicadores: preços e arrecadação.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Investimento, P&amp;D e educação definem o crescimento potencial com o fim do bônus demográfico. Indicadores: FBCF e PIB por trabalhador.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Cenário externo.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Petróleo, juros americanos e tarifas; o real amortece choques de commodities. Indicadores: Brent e câmbio.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2677090" y="4727448"/>
            <a:ext cx="378981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(2026), BRASIL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11395902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Balanço de riscos para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pior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Revisão da meta ou adiamento do ajuste elevam o prêmio de risco.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Petróleo e geopolítica.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Pressão sobre combustíveis, fretes, fertilizantes e alimentos.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globais.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Novas altas do Fed e juro de 10 anos dos EUA em 5%.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Clima.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El Niño intenso afeta safra e energia.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Inadimplência recorde restringe a oferta às famílias.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melhor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Credibilidade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Ajuste crível nas despesas obrigatórias acelera a queda da Selic.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Commodities.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agro sustentam câmbio e receitas.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Renegociação de dívidas e fim das apostas liberam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mais fraca alivia os preços de serviços.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Juros menores destravam FBCF, construção e bens de capital.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432230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Brasil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Desaceleração.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começa com PIB projetado entre 1,3% e 1,7%, desemprego mínimo e inflação acima da meta.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Consumo.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Perdeu fôlego pelo peso da dívida, não por falta de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ajuste é necessário qualquer que seja o resultado eleitoral: a dívida bruta caminha para 90% do PIB em 2028.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Só caem de forma sustentada com credibilidade fiscal, o elo entre contas públicas e crédito.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Indústria e Santa Catarina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transformação está estagnada; a retomada depende da transmissão dos cortes de juros ao crédito e ao investimento.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e emprego acima da média nacional, com forte integração ao comércio exterior.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marca o início da CBS e o fim do IPI: a transição exige preparação das empresas.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Longo prazo.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 o fim do bônus demográfico, só a produtividade sustenta o crescimento: investimento, inovação e capital humano nas empresas.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4531</Words>
  <Application>Microsoft Office PowerPoint</Application>
  <PresentationFormat>Apresentação na tela (16:9)</PresentationFormat>
  <Paragraphs>496</Paragraphs>
  <Slides>38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5" baseType="lpstr">
      <vt:lpstr>Arial</vt:lpstr>
      <vt:lpstr>Montserrat Medium</vt:lpstr>
      <vt:lpstr>Montserrat </vt:lpstr>
      <vt:lpstr>Montserrat</vt:lpstr>
      <vt:lpstr>Montserrat SemiBold</vt:lpstr>
      <vt:lpstr>Montserrat ExtraBold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72</cp:revision>
  <dcterms:modified xsi:type="dcterms:W3CDTF">2026-10-27T19:56:56Z</dcterms:modified>
</cp:coreProperties>
</file>