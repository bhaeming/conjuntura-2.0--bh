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4039" r:id="rId3"/>
    <p:sldId id="4040" r:id="rId4"/>
    <p:sldId id="4041" r:id="rId5"/>
    <p:sldId id="4042" r:id="rId6"/>
    <p:sldId id="4043" r:id="rId7"/>
    <p:sldId id="4044" r:id="rId8"/>
    <p:sldId id="4045" r:id="rId9"/>
    <p:sldId id="4046" r:id="rId10"/>
    <p:sldId id="4047" r:id="rId11"/>
    <p:sldId id="4048" r:id="rId12"/>
    <p:sldId id="4049" r:id="rId13"/>
    <p:sldId id="405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6DE2"/>
    <a:srgbClr val="0077FC"/>
    <a:srgbClr val="2D8EFA"/>
    <a:srgbClr val="F6F6F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8D8C0-ECDE-4C8A-B4F2-9FC205690BC8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A0F09-9859-4F54-977D-4C5528282F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09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0691DDF-E9AA-24AA-9C8A-6896C7C9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5E2B5558-FB29-F7DA-2E8C-A92E201E1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1F94CD7-5B76-9610-402F-5DEB22DBB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429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A6268AB-14F2-F957-7E4C-FB5ED1F9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5932A65B-6CC1-8138-C6BA-B1511EA2F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37BAD7A-8C27-9F81-5D70-EB69D060D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019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4873871-09A2-C4AF-989C-CEE528F2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8216E326-5C89-5F4E-4CA9-4F6E1E612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7CB651E-D313-E6F8-6495-7C77A7211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89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1B96069-9EAD-0CEA-3D36-9C687344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0BE061B7-EC3B-FCE4-8D18-108147F51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C5811034-F376-AD12-9864-476B392AA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895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C39BA35-F479-BA40-A664-74E435B6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EB11541F-9C43-E77B-6BFA-D58AB5B79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75C3529F-8C7E-91BA-3E9F-E3471A4633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0237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D297A9B-A694-6683-C610-BB764327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5C062817-F733-DEA7-C9F5-867F21195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A7314C1-0A92-3329-C6BC-182F5E126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062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20E5A84-02E5-5C89-F665-40DCA84B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7DECA796-976B-94B3-6AB5-E87E0C6B4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E52AFB5-C912-63F6-7F08-3B37A87AE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951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6A63E3-6252-EBF5-F057-2DB204B6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9D24AD78-9A8D-82E3-AC58-2C6F8E1D73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76C226E-D0F0-3CFC-2407-873AAA718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617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91C8199-B3E6-98D3-FDE4-9DBC051C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C6BDBC8F-C988-2EF8-8879-86D5EF091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33C8EFC-EA31-700F-F081-0672DA29A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059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E97692B-ABD2-A257-0DB9-89A2B707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29B355FB-5865-974F-D708-1380F1147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E412205-5C07-5426-C313-B24C481DD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055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8A36668-7E69-EF36-03B1-9C93BDDE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3D811321-50A9-CF80-0ACF-DF18E2E86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E2F1E61-F6B1-A894-B36B-579910F02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750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18DD285F-D72B-7B00-32E7-ED6D6FEA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ADCCC637-3219-A1DC-472E-62D9BAAE2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A4E874E-43A6-9B28-C5C0-13A322FD6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40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3D876-916D-9FE2-DA3B-35327691D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7858AB-2100-8750-70ED-DCF4BB9FA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8C1C87-A8B0-7B8D-C748-DEC789ED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8CEF7A-BA6E-F39F-34B9-C4B9772E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9EC9-93A2-B22A-AB9C-E22F950A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40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B87E6-B6C4-05CB-FE12-4F54462A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3A2550-1DDE-E121-529D-C38040578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C1FBFA-526A-B43D-AA54-0484EA63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D05801-C0B9-86C7-D048-B1BFF999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F0DDCD-256C-CF14-6088-7E8BB678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03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2B028-515E-C824-1E08-C4CD0D17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E122BC-EBAC-8404-0FF6-FDFB439FE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ACD0D9-A2CF-FE14-B513-806B639A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F891C-C9B2-0B94-1253-4D3D1625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FC0A-8266-97D9-323E-047C17FC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5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AAE63-5297-EAB1-28D6-00E4CF8B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73C46-AA47-8463-4DB8-2A53A10D3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4FAEC2-5DC7-B417-94FD-841CE4F75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2DB769-53FD-0EC6-620F-EDDEEDF2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1FEBE3-EE70-B4DE-9C81-B61B0000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1CA4C2-2810-DB00-D9A8-59EF009C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02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8B98C-C72A-5DA4-0770-5DC341C1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EF4810-6FA9-0442-69F8-E12CA1797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3B5D4A-D2BF-8839-9DA9-C787B7A9C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0D35A4-64E5-6D17-C650-21399A341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68F6A-8E6D-20D2-5D2E-85E48C18C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76AB09-F4D4-AA7E-2ED5-0459BF4E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1BC024-08E6-6A09-8474-93633247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2B13710-8EE1-3883-B0D2-72AACD51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61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B838-E784-EBAD-D544-227F9708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6904BE-7DBC-8AB0-983B-0153DB83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553535-20EB-37DA-9A7A-B74629AE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78D905-9351-21E7-3AC3-A67487E1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20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EB5F66-4FD3-E2A3-80C8-E978A78A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D304EB-1218-F3B6-2EE7-1CD11E90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43088C-F595-EEC1-AE35-AB091694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44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D0F4B-C825-8C42-395D-85758D4C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188BF0-BA3B-0A1A-DA8B-2A00FC6EF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23E164-0FB5-3E9A-C36C-63D894970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5A9254-32FC-9F43-62CC-1126F265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99FE33-43A9-63BF-8BE9-965EAC5B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5CCE3F-464E-7550-44B2-2FA5A36B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410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AC26E-3E1A-9FB6-CC3D-549C1593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F5959F-575D-3A55-F341-B30906011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BF3C7F-B979-EFDB-B3EE-4B966D19F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4B7650-F4DF-9150-CBD8-EEAAB1D4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8F0AB2-5CD3-B592-CC5D-1981A171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1C5531-AD88-0E82-D322-FDE9B433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41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4E2AA-D462-C38E-EB39-B726B616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8E8E1D-70ED-EA50-A188-D2E3BBFE8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87C1C0-FEC3-8167-FF49-E96C4CD6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CEEDF1-7CA1-5D18-424C-344EA8E7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34DCA-20A5-946B-AAB1-5E5FD885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17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9FF2C5-C295-C1A4-9632-4051D4570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1965F9-B622-4909-0026-54F54A048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0E262-639C-4206-8BBB-D39D0216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96DDE9-F93D-2F81-C982-7353998F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5DBA0C-7A02-865B-6466-799F9E31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36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666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85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802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588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05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291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520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018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715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34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558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3263901" y="2667001"/>
            <a:ext cx="2647200" cy="35520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9798669" y="4760940"/>
            <a:ext cx="1772800" cy="14584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4121967" y="1285467"/>
            <a:ext cx="1789200" cy="1242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6090469" y="1285468"/>
            <a:ext cx="5480800" cy="3362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620668" y="2667001"/>
            <a:ext cx="2463600" cy="3552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072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8730747" y="1194072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6182265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70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418357"/>
            <a:ext cx="55208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50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6192664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8772960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667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958756" y="1321655"/>
            <a:ext cx="2376400" cy="421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5513379" y="3159953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09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4907803" y="3209027"/>
            <a:ext cx="2376400" cy="246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4907803" y="1456427"/>
            <a:ext cx="2376400" cy="2215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752601" y="3867151"/>
            <a:ext cx="55316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065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1114247" y="1382743"/>
            <a:ext cx="44584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6264291" y="3751987"/>
            <a:ext cx="59276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173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008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1228216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5039973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8851731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767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4322763" y="1455737"/>
            <a:ext cx="3002000" cy="40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48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3516519" y="1553703"/>
            <a:ext cx="2776800" cy="408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01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7013020" y="1986029"/>
            <a:ext cx="2205200" cy="39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8608340" y="1284443"/>
            <a:ext cx="2205200" cy="39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871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1098057" y="1302992"/>
            <a:ext cx="4560800" cy="42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37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99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D207-BEAD-1EE4-41F2-6C5E115D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DB704E-CB18-2B8B-945A-3B7AC840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4397E7-0EE3-7B15-08FA-4FAD31007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2A0934-E7C8-D24E-498F-6B93DCBF2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275589-7679-7627-094F-D076D6C07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31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2512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88074C2-D6A9-3098-4979-DA29872C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38206F92-D571-8648-A896-148E39C9104F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C318EA63-4236-FF62-CD12-B8DACFC88F9F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777B5CF7-EB73-704F-AA96-242E7FA87BA8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6CC8873F-6F75-0CB5-DB2D-5CB8105273A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F03F44AC-71BB-54D8-16C1-D98AD4EE2E4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ADC41813-4E2C-EE8F-7575-A729187A950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85E28D77-746B-655B-192F-F7E9E671722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72F3778-E864-BADD-C824-509BF2846824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1709B5B1-3587-8CBD-B904-0A8811ACC921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9BAB0252-BBDA-CFFA-6DC3-CF4C71110EDD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55BB3945-8A5F-DDBC-75C0-F17CFA7AE2AE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C1827EB-45BC-16DF-EB5A-74D3F5B8FE0C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F0B3DC65-1E74-37FC-7170-FBA9BDD7572A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2BCB131E-0BA7-A249-BFBC-472AFA177250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08C6FD62-F8F3-C5D6-8A28-78E9E7A3F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062BB3AF-D85F-C8F2-A077-EF80984A6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3E244DDE-5934-24FC-E81F-00C2946949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74976"/>
            <a:ext cx="12192000" cy="68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11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D5016DD-36BA-655B-A7FA-5E7F14FE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5D20FEFC-2CF4-431B-98B2-A62A696EC8B6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DB6AA5A5-E728-BE6E-9382-D1762FD2D5F8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5A83C27-18FD-022D-50E6-5143661AC5B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51B5854C-448F-65F9-7E56-08D49618202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3E58D4F9-AB93-F141-0629-7A14A97F0B6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D6FCC576-6AD0-1429-C962-0B5869B40C2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9C6DDEA6-967E-719E-F19D-A25BE704653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CF066F9-52FB-2C60-6076-9282D0823CD9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3D12EA75-C5F0-5F3E-CDC9-D6265C706ABD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5884093C-1C57-5B07-611B-D3A59E1A173C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CCA3740C-D958-D2AB-1275-115FB53270D5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D52D409-473E-EB4C-303B-6E664ABEFD99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793C3C9E-9602-0E76-8097-322C13F518D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2330E93E-55EC-786A-7FF5-3E32D5DD6B31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23B7D3EF-A1CC-50D8-B858-E8A418632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D4E5A51F-6242-1C1E-0DA5-7ECC5CB09B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E30DA0A-707C-F9F1-73BA-A5BECED9B3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95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64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E096D2D-EBD5-0485-33C9-AF99D1BA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75EC33F7-36C6-68C0-142E-F505E3E00DD7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2A45B3BB-AE4E-CA21-F100-4C3C72C34DD9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D117AE7-7FA4-198C-E45C-367E6BBDA206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67A377F-9664-05CF-927A-A939EC1636B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A4BC5115-E10E-221A-2504-38C2A41A6D9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AEAC0F51-7CBD-6687-1A3D-B2549F6686C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5C9FD2BF-21F0-857F-2D29-B53D73879B8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1B6DC75B-723E-117F-458B-1E7D0CA3E14D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37D1922B-0279-812C-5923-89629178FDEE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78516749-703C-94BD-324F-D1AF6664C337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1CADE247-83C0-B1B7-11BD-A8228876A84B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0B40B41-4722-CFB6-AABF-96D8E5D2CF71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2617CAD0-B178-05BA-47BC-4B52F6E7A305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955BE5B0-B089-C68D-C1D0-47BF104D591B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63A2440B-C64A-C97B-4FB3-C1B7B12C2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CB067BC1-4CA8-3F8C-F7A5-F072230B4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0523EC39-5D0A-DB3E-6CF6-9EC50B13E6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8620"/>
            <a:ext cx="12192000" cy="68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2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CA02832-DA8E-1048-F38A-F71042BA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FBCC9E5B-0A36-3AFC-FA92-FFAF370424A6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B49AAE0D-A985-CFB2-7F51-AC4D5A885292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D943734-65FB-E1C1-25E6-8AF085DA5084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2C4048DE-4A73-3E95-1CC4-0DD58AA957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E5A5F288-B5A7-B293-204D-16A4C85C3EC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7F021F46-740F-1C78-F40C-63713147115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AE401546-A836-9FE3-548D-286E6A16E70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683479C4-0C40-51EB-3E88-D17592A9DDBD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CB88D67F-80C2-7EF6-6842-879CC06C0033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C146A469-EE0F-F4C5-EF62-988D54778B36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501AAF5D-8982-EDF8-F354-589D05DAA812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5CC00D6-C9F9-ED0B-A6E7-DC18339AEC74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0315BEE8-49D7-5062-DE1C-DA93B595F93C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B877444C-F8F7-EB74-2787-148FCD78F83F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2E97E6FE-F4B0-2749-AF34-865213A892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1493B2B8-47A4-4609-57E4-5F24FC14EA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3E14A30-7C05-ADE4-C0F2-D6A55E7DCD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8361"/>
            <a:ext cx="12192000" cy="682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3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FC839F6-8D88-4B22-329A-509DBB07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DE84EA97-4B2B-7628-D1E1-AD8A00A18691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B5177C74-DF59-5D9D-B330-3B7E30FDCAAD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A601A888-980D-F78A-0978-A67BD359BCD1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604D67C5-E6D7-F4FB-6768-3176772C983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E29E7417-A1A6-CE75-D9D8-6727DE9E8D0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6DFFE7D4-D71D-DA18-EBAB-E8BD00F0D4A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4DF638ED-775A-F924-7D55-88B8888FC47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4AD1BB0-A477-CF26-9DDE-DD92A0BB7E3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71F193E1-6857-291F-7A87-3BE4A2167AC1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12BBA2EF-4BB2-8623-F9B3-E9814704FB33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CCDF9282-B313-FC6D-6C9F-00A4CC6AA8BD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64EAF8-CFB4-1751-40D6-339E4F8D13AB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678B0104-C625-E7F8-6394-D6BA13196AEF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5CF1EB3-1C9C-1731-3F7E-050F1B6269FB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1AFDFC50-7E7A-4946-70BF-75E1A47CBC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B7F5FA3-4905-5E9F-AA64-4642DF86B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EEC112A2-7618-7618-540E-62929C41B5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0"/>
            <a:ext cx="12361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1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52E4703-B8DF-048F-8D81-04311F2E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433FEC7F-36EA-9CBC-1C33-B11CBDF04DF2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4B248614-D872-D4F8-5DA0-9446870D9EA7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895902AD-A2C0-AAF6-A7C0-FBF067A3051B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A62F90A1-7A79-FAD7-FF83-E35521E7434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FF966876-91CF-A7FC-B577-EC289134AA9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C20DA1DC-4233-B652-CEA1-13777621321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0915CAE5-B4FB-F671-428F-FF6C721C8CD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780108C-CEC0-51A7-DB31-A7EF82A01944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7F9ECF8E-8AC3-AC1B-4856-0508E6DF218F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F7307B25-BA7B-744F-4C73-8BCDF992B5D5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7495B15E-FC3B-727E-10BF-5D074C8CC799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21CB8E4-6322-F4B5-280B-0E026FB82867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E4BD7B70-931E-779D-5858-E2F2CB963BD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B11F30B7-5027-B0B2-BA4A-6A153F2879D0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3D475F02-3781-DBAF-5462-9035264E5F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D952EACF-E2AB-E343-EACB-F6DF72798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D84A21A2-8447-E5E4-F9C9-5CED162398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" y="0"/>
            <a:ext cx="12177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4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92C278D-F59F-AA65-3CC9-3BE04C85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04183E2F-C949-43CB-6D0E-59C712A62D93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A0857913-1BC6-C56F-B3B2-2C32FB3D9527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97602642-BF09-8387-2985-CDA3D123F03C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B974403C-F421-72AD-A682-8F0A5E01A2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BF13A4D2-C781-ABA8-B712-589BCCDA19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FEC86C32-896B-79F1-A832-EBBE01D718F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CEB8618F-57A6-58F6-9FC7-5E242C91C08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BCDDB64-D744-6004-17C5-3117D391F603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17FBE155-9608-1B80-8807-F7B85ED281E4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D327595B-6BC4-FCFA-CBE3-2EC2F67AFA96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7275AF3E-46E4-40AB-8008-EE8EC8378BE5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64CA2BA-8026-E6BA-49A1-70FEEE60AFA1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941F9141-B8DE-71FE-E47C-3535CCFDA1B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D2C614A-BB8C-1175-3DB3-690256375ACA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78EC85F7-808D-B436-8A65-ACE0CF263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613BC08F-5CB4-AB21-AAE9-D5A435FF0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73205B1B-2923-1286-A6BB-8E4DC85EDF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22412"/>
            <a:ext cx="12192000" cy="6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7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32CEEA2-B092-03E2-68DB-37A81E6F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9D928A9F-3693-1A0D-129F-E939A67B3472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8A1DFBF-1599-7DFE-374F-02F47D20D48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046A540-E05E-A0C0-F1DB-DD000E65830A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2E27C284-B406-0C19-FFE4-0FC79100DF4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E69F8195-9808-8B10-882A-DB90C8A0A58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92E4B1EB-DDA7-68AD-7CD3-214BAC3A87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4AE264B2-F26C-2A4B-31F8-05DC9173033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869D3E5-AD7D-F7C9-434B-8CBA07CF82D3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77A3181B-6CBF-ACA6-64DA-0E683D66874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912D8B31-2004-4137-E12E-0C272CA82AA2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56D8A09A-FE23-77D9-9042-7C00281980FD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A85FB5A-D52F-6B2B-698B-A9C3AED64A72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51145099-6981-4A81-A9EC-5251D5DFB0D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EF15F882-7EF6-2856-7F3B-E3B2BE056D61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B1009948-B685-B7C3-9625-6605527D4F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5A1215A8-B0BA-16F8-28FE-EEE9C7FD0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B2EB54B-05AF-F0F8-3142-9980395995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873" y="0"/>
            <a:ext cx="12351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9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CD94D53-5051-5F5F-CDEA-15394EB7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31425B27-74D8-E174-7DD2-A97DE93C1618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05C0A890-263F-8FC2-E9BD-9ED83EFEE12C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5C9A7B9E-78EF-7484-395D-FDACD8355C17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7D2F56CC-8B8B-CA6A-9743-B242EED2AC9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70F02CF0-2F6A-4AC1-A0FE-D31FAC8AAEB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3D69609A-F61E-DC6E-7658-6506066F29C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8E5D8781-93C1-28E8-9331-9441DC5620C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B8B30BF-4852-0E50-9391-F79AE914CE4E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91F554A4-D1F4-C24E-8869-6DDFFEF8C6E8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DF346CB1-9452-4564-9C7C-E07567185FB1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8BD7C5E9-1160-F228-830B-68E42BC1F2AC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4E5548F-36C0-723C-3F17-DB92756FC108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C046427D-65C9-9F8A-A24B-D12084D6F34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203A14E9-DFAB-A859-8F7C-1AAEB56C156C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5228C5F4-4528-2128-85FA-A1261C0B1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276CC341-774F-11FC-92D2-B8F202003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EF50BE4A-FD4D-100B-450F-4A059CBE7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8907"/>
            <a:ext cx="12192000" cy="68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39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F5B53B6E-2937-1F86-F619-EFE3CAEF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176342EE-9287-55A4-C977-860C36D1E009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8DF7369A-BF37-E083-84EE-707F522AE8C4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838FECD-B2D6-0EB0-9934-A4BBDC44391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8FE8494D-4EBC-EF18-6C3E-AAAE4574699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FF6B89A1-BF29-FBC8-5AE6-62C0BFF98FB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16F9ECA9-09B2-0F5F-602F-EBE3C71B500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D269AE3A-FB93-8489-9F58-E0AF4E76655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C83AFA0-DA15-46DF-C27A-58213D286EA1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FA356D6E-E212-A727-8D39-F2455B08DA01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EC5A404B-792C-3EF4-EF35-72413ACB11A3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A7FD914D-4068-D770-DDF1-4FFAF912403D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502EEF6-DFBF-A9BF-CC4F-E97E4373FE7A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D24D7440-FB0B-8ABA-4A12-464BE1896E5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F51037D-2053-FE2C-7E3C-C5B01634D664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F9201B3B-430D-FC01-7DDD-CAB4D2BC6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6BA91E7E-1B99-8CDF-3EF8-E60BE64A7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0438A49-6B7D-145B-7283-99C07E396B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873" y="0"/>
            <a:ext cx="12222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8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80E1165-144B-BFDA-9051-BF5370D7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38A880F1-1378-FCDD-597A-B36008F9BA7F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134E7AF2-6638-2B08-D6EE-E910A37ACBE9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545E732A-808A-BFD6-F055-9A6CF5F29AC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90A223B8-A4F6-A66C-A094-2AEED23FDDA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8E584091-E364-3337-4F71-89EC750BD0F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68D5C21E-CE82-9D65-9E4E-B1D8C975307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1B8E673A-2BD4-D2AD-212B-EA8320385EE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23E8F55-2142-FC63-862E-7B9291821477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9216FA2A-9B22-1A17-DC60-0F95CF980B83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283DC75B-0C43-179C-9459-1BFD1505257D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3EE22F0C-63C9-2EFC-8347-53EC7205D36F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BB3B9AA-5092-C00A-E548-1396ACB02AF3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23CFD2E2-BBC7-B826-677A-CDA769FB109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C738D31-986C-9BFF-C96C-5DB6A0826A3C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C0408033-C5A0-3D86-183C-A446BAABF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8314CCE1-8BB7-96CE-652D-95F3C7165C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91D3C51A-312E-A5A5-796E-233CFA8BB8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34" y="-1"/>
            <a:ext cx="12166566" cy="687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4E840AC-00BE-9886-2AEF-BE489C32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D4897F63-4791-5E32-91AA-095B8B18998B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F9929670-7D99-3FC1-2244-9D99E9167502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C71E479-0A4D-3686-A9F8-FD5106F572BA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BCF6A5DA-A66B-5AE4-5B5F-E7818758E31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ADE6EB6F-776F-F9C7-00E7-2E4FAC035F4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9CA7C124-C42B-19D9-7167-99C934CFD6D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C26AA8AE-8CBD-7F37-2A83-EF6A0F35C85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F1E25729-3661-3C5D-9356-28AB7FA4A315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CB0E224D-EA1D-82F2-2F7F-5ABFA06A642E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C4DC0833-9118-75EB-2F6D-ADF42FA1938F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FE9E7340-4998-8436-7E02-61688F7BEC3E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6CBE4E7-377A-9122-B383-D8C287DC6707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A8ED437E-8648-9C48-60B0-A0163E164FE3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4A1FBCE5-5C78-DDE0-6A28-F39D3FC73FF4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E78AE5-D753-9802-098F-BBC60F216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4FA395B-0E12-B18B-76E0-A31047C3A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FAED731-9662-D606-C76C-F0F2B8115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023"/>
            <a:ext cx="12192000" cy="684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32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142C45-182D-4058-8F41-2F5C3C44E06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d95aa2c-75db-4488-87e1-a68cdba316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396</Words>
  <Application>Microsoft Office PowerPoint</Application>
  <PresentationFormat>Widescreen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Montserrat SemiBold</vt:lpstr>
      <vt:lpstr>Tema do Office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GIULIANO MANERA LONGHI</dc:creator>
  <cp:lastModifiedBy>BRUNO HAEMING</cp:lastModifiedBy>
  <cp:revision>44</cp:revision>
  <dcterms:created xsi:type="dcterms:W3CDTF">2026-07-28T19:26:35Z</dcterms:created>
  <dcterms:modified xsi:type="dcterms:W3CDTF">2026-09-15T11:28:56Z</dcterms:modified>
</cp:coreProperties>
</file>